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56" r:id="rId5"/>
    <p:sldId id="258" r:id="rId6"/>
    <p:sldId id="265" r:id="rId7"/>
    <p:sldId id="260" r:id="rId8"/>
    <p:sldId id="262" r:id="rId9"/>
    <p:sldId id="263" r:id="rId10"/>
    <p:sldId id="264" r:id="rId11"/>
    <p:sldId id="267" r:id="rId12"/>
    <p:sldId id="266" r:id="rId13"/>
    <p:sldId id="269" r:id="rId14"/>
    <p:sldId id="270" r:id="rId15"/>
    <p:sldId id="268" r:id="rId16"/>
    <p:sldId id="271" r:id="rId17"/>
    <p:sldId id="276" r:id="rId18"/>
    <p:sldId id="272" r:id="rId19"/>
  </p:sldIdLst>
  <p:sldSz cx="9144000" cy="6858000" type="screen4x3"/>
  <p:notesSz cx="7099300" cy="10234613"/>
  <p:defaultTextStyle>
    <a:defPPr>
      <a:defRPr lang="de-DE"/>
    </a:defPPr>
    <a:lvl1pPr algn="l" rtl="0" fontAlgn="base">
      <a:spcBef>
        <a:spcPct val="0"/>
      </a:spcBef>
      <a:spcAft>
        <a:spcPct val="0"/>
      </a:spcAft>
      <a:defRPr sz="2000" b="1" kern="1200">
        <a:solidFill>
          <a:srgbClr val="FFFFFF"/>
        </a:solidFill>
        <a:latin typeface="Trebuchet MS" charset="0"/>
        <a:ea typeface="ＭＳ Ｐゴシック" charset="0"/>
        <a:cs typeface="ＭＳ Ｐゴシック" charset="0"/>
      </a:defRPr>
    </a:lvl1pPr>
    <a:lvl2pPr marL="457200" algn="l" rtl="0" fontAlgn="base">
      <a:spcBef>
        <a:spcPct val="0"/>
      </a:spcBef>
      <a:spcAft>
        <a:spcPct val="0"/>
      </a:spcAft>
      <a:defRPr sz="2000" b="1" kern="1200">
        <a:solidFill>
          <a:srgbClr val="FFFFFF"/>
        </a:solidFill>
        <a:latin typeface="Trebuchet MS" charset="0"/>
        <a:ea typeface="ＭＳ Ｐゴシック" charset="0"/>
        <a:cs typeface="ＭＳ Ｐゴシック" charset="0"/>
      </a:defRPr>
    </a:lvl2pPr>
    <a:lvl3pPr marL="914400" algn="l" rtl="0" fontAlgn="base">
      <a:spcBef>
        <a:spcPct val="0"/>
      </a:spcBef>
      <a:spcAft>
        <a:spcPct val="0"/>
      </a:spcAft>
      <a:defRPr sz="2000" b="1" kern="1200">
        <a:solidFill>
          <a:srgbClr val="FFFFFF"/>
        </a:solidFill>
        <a:latin typeface="Trebuchet MS" charset="0"/>
        <a:ea typeface="ＭＳ Ｐゴシック" charset="0"/>
        <a:cs typeface="ＭＳ Ｐゴシック" charset="0"/>
      </a:defRPr>
    </a:lvl3pPr>
    <a:lvl4pPr marL="1371600" algn="l" rtl="0" fontAlgn="base">
      <a:spcBef>
        <a:spcPct val="0"/>
      </a:spcBef>
      <a:spcAft>
        <a:spcPct val="0"/>
      </a:spcAft>
      <a:defRPr sz="2000" b="1" kern="1200">
        <a:solidFill>
          <a:srgbClr val="FFFFFF"/>
        </a:solidFill>
        <a:latin typeface="Trebuchet MS" charset="0"/>
        <a:ea typeface="ＭＳ Ｐゴシック" charset="0"/>
        <a:cs typeface="ＭＳ Ｐゴシック" charset="0"/>
      </a:defRPr>
    </a:lvl4pPr>
    <a:lvl5pPr marL="1828800" algn="l" rtl="0" fontAlgn="base">
      <a:spcBef>
        <a:spcPct val="0"/>
      </a:spcBef>
      <a:spcAft>
        <a:spcPct val="0"/>
      </a:spcAft>
      <a:defRPr sz="2000" b="1" kern="1200">
        <a:solidFill>
          <a:srgbClr val="FFFFFF"/>
        </a:solidFill>
        <a:latin typeface="Trebuchet MS" charset="0"/>
        <a:ea typeface="ＭＳ Ｐゴシック" charset="0"/>
        <a:cs typeface="ＭＳ Ｐゴシック" charset="0"/>
      </a:defRPr>
    </a:lvl5pPr>
    <a:lvl6pPr marL="2286000" algn="l" defTabSz="457200" rtl="0" eaLnBrk="1" latinLnBrk="0" hangingPunct="1">
      <a:defRPr sz="2000" b="1" kern="1200">
        <a:solidFill>
          <a:srgbClr val="FFFFFF"/>
        </a:solidFill>
        <a:latin typeface="Trebuchet MS" charset="0"/>
        <a:ea typeface="ＭＳ Ｐゴシック" charset="0"/>
        <a:cs typeface="ＭＳ Ｐゴシック" charset="0"/>
      </a:defRPr>
    </a:lvl6pPr>
    <a:lvl7pPr marL="2743200" algn="l" defTabSz="457200" rtl="0" eaLnBrk="1" latinLnBrk="0" hangingPunct="1">
      <a:defRPr sz="2000" b="1" kern="1200">
        <a:solidFill>
          <a:srgbClr val="FFFFFF"/>
        </a:solidFill>
        <a:latin typeface="Trebuchet MS" charset="0"/>
        <a:ea typeface="ＭＳ Ｐゴシック" charset="0"/>
        <a:cs typeface="ＭＳ Ｐゴシック" charset="0"/>
      </a:defRPr>
    </a:lvl7pPr>
    <a:lvl8pPr marL="3200400" algn="l" defTabSz="457200" rtl="0" eaLnBrk="1" latinLnBrk="0" hangingPunct="1">
      <a:defRPr sz="2000" b="1" kern="1200">
        <a:solidFill>
          <a:srgbClr val="FFFFFF"/>
        </a:solidFill>
        <a:latin typeface="Trebuchet MS" charset="0"/>
        <a:ea typeface="ＭＳ Ｐゴシック" charset="0"/>
        <a:cs typeface="ＭＳ Ｐゴシック" charset="0"/>
      </a:defRPr>
    </a:lvl8pPr>
    <a:lvl9pPr marL="3657600" algn="l" defTabSz="457200" rtl="0" eaLnBrk="1" latinLnBrk="0" hangingPunct="1">
      <a:defRPr sz="2000" b="1" kern="1200">
        <a:solidFill>
          <a:srgbClr val="FFFFFF"/>
        </a:solidFill>
        <a:latin typeface="Trebuchet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clrMru>
    <a:srgbClr val="1B5C66"/>
    <a:srgbClr val="46A1AE"/>
    <a:srgbClr val="9BA634"/>
    <a:srgbClr val="092F53"/>
    <a:srgbClr val="C8FFF9"/>
    <a:srgbClr val="A2EDF8"/>
    <a:srgbClr val="8BCCD5"/>
    <a:srgbClr val="74C9D5"/>
    <a:srgbClr val="003266"/>
    <a:srgbClr val="5A5A5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Gitternetz">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86372"/>
  </p:normalViewPr>
  <p:slideViewPr>
    <p:cSldViewPr>
      <p:cViewPr>
        <p:scale>
          <a:sx n="82" d="100"/>
          <a:sy n="82" d="100"/>
        </p:scale>
        <p:origin x="1932" y="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09" d="100"/>
          <a:sy n="109" d="100"/>
        </p:scale>
        <p:origin x="1364" y="84"/>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endParaRPr lang="de-DE" b="0" dirty="0">
              <a:solidFill>
                <a:schemeClr val="tx1"/>
              </a:solidFill>
              <a:latin typeface="Univers LT 45 Light"/>
            </a:endParaRPr>
          </a:p>
        </p:txBody>
      </p:sp>
      <p:sp>
        <p:nvSpPr>
          <p:cNvPr id="4" name="Fußzeilenplatzhalter 3"/>
          <p:cNvSpPr>
            <a:spLocks noGrp="1"/>
          </p:cNvSpPr>
          <p:nvPr>
            <p:ph type="ftr" sz="quarter" idx="2"/>
          </p:nvPr>
        </p:nvSpPr>
        <p:spPr>
          <a:xfrm>
            <a:off x="0" y="9721850"/>
            <a:ext cx="3076575" cy="511175"/>
          </a:xfrm>
          <a:prstGeom prst="rect">
            <a:avLst/>
          </a:prstGeom>
        </p:spPr>
        <p:txBody>
          <a:bodyPr vert="horz" lIns="91440" tIns="45720" rIns="91440" bIns="45720" rtlCol="0" anchor="b"/>
          <a:lstStyle>
            <a:lvl1pPr algn="l">
              <a:defRPr sz="1200"/>
            </a:lvl1pPr>
          </a:lstStyle>
          <a:p>
            <a:endParaRPr lang="de-DE" b="0" dirty="0">
              <a:solidFill>
                <a:schemeClr val="tx1"/>
              </a:solidFill>
              <a:latin typeface="Univers LT 45 Light"/>
            </a:endParaRPr>
          </a:p>
        </p:txBody>
      </p:sp>
      <p:sp>
        <p:nvSpPr>
          <p:cNvPr id="5" name="Foliennummernplatzhalter 4"/>
          <p:cNvSpPr>
            <a:spLocks noGrp="1"/>
          </p:cNvSpPr>
          <p:nvPr>
            <p:ph type="sldNum" sz="quarter" idx="3"/>
          </p:nvPr>
        </p:nvSpPr>
        <p:spPr>
          <a:xfrm>
            <a:off x="4021138" y="9721850"/>
            <a:ext cx="3076575" cy="511175"/>
          </a:xfrm>
          <a:prstGeom prst="rect">
            <a:avLst/>
          </a:prstGeom>
        </p:spPr>
        <p:txBody>
          <a:bodyPr vert="horz" lIns="91440" tIns="45720" rIns="91440" bIns="45720" rtlCol="0" anchor="b"/>
          <a:lstStyle>
            <a:lvl1pPr algn="r">
              <a:defRPr sz="1200"/>
            </a:lvl1pPr>
          </a:lstStyle>
          <a:p>
            <a:fld id="{61372B82-AADD-41A6-BA4C-097453BC7747}" type="slidenum">
              <a:rPr lang="de-DE" b="0" smtClean="0">
                <a:solidFill>
                  <a:schemeClr val="tx1"/>
                </a:solidFill>
                <a:latin typeface="Univers LT 45 Light"/>
              </a:rPr>
              <a:t>‹Nr.›</a:t>
            </a:fld>
            <a:endParaRPr lang="de-DE" b="0" dirty="0">
              <a:solidFill>
                <a:schemeClr val="tx1"/>
              </a:solidFill>
              <a:latin typeface="Univers LT 45 Light"/>
            </a:endParaRPr>
          </a:p>
        </p:txBody>
      </p:sp>
      <p:sp>
        <p:nvSpPr>
          <p:cNvPr id="3" name="Datumsplatzhalter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endParaRPr lang="en-US" b="0" dirty="0">
              <a:solidFill>
                <a:schemeClr val="tx1"/>
              </a:solidFill>
              <a:latin typeface="Univers LT 45 Light" charset="0"/>
              <a:ea typeface="Univers LT 45 Light" charset="0"/>
              <a:cs typeface="Univers LT 45 Light" charset="0"/>
            </a:endParaRPr>
          </a:p>
        </p:txBody>
      </p:sp>
    </p:spTree>
    <p:extLst>
      <p:ext uri="{BB962C8B-B14F-4D97-AF65-F5344CB8AC3E}">
        <p14:creationId xmlns:p14="http://schemas.microsoft.com/office/powerpoint/2010/main" val="5980175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6575" cy="511175"/>
          </a:xfrm>
          <a:prstGeom prst="rect">
            <a:avLst/>
          </a:prstGeom>
        </p:spPr>
        <p:txBody>
          <a:bodyPr vert="horz" wrap="square" lIns="99048" tIns="49524" rIns="99048" bIns="49524" numCol="1" anchor="t" anchorCtr="0" compatLnSpc="1">
            <a:prstTxWarp prst="textNoShape">
              <a:avLst/>
            </a:prstTxWarp>
          </a:bodyPr>
          <a:lstStyle>
            <a:lvl1pPr>
              <a:defRPr sz="1300" b="0">
                <a:solidFill>
                  <a:schemeClr val="tx1"/>
                </a:solidFill>
                <a:latin typeface="Univers LT 45 Light" charset="0"/>
                <a:ea typeface="Univers LT 45 Light" charset="0"/>
                <a:cs typeface="Univers LT 45 Light" charset="0"/>
              </a:defRPr>
            </a:lvl1pPr>
          </a:lstStyle>
          <a:p>
            <a:pPr>
              <a:defRPr/>
            </a:pPr>
            <a:endParaRPr lang="de-DE" dirty="0"/>
          </a:p>
        </p:txBody>
      </p:sp>
      <p:sp>
        <p:nvSpPr>
          <p:cNvPr id="3" name="Datumsplatzhalter 2"/>
          <p:cNvSpPr>
            <a:spLocks noGrp="1"/>
          </p:cNvSpPr>
          <p:nvPr>
            <p:ph type="dt" idx="1"/>
          </p:nvPr>
        </p:nvSpPr>
        <p:spPr>
          <a:xfrm>
            <a:off x="4021138" y="0"/>
            <a:ext cx="3076575" cy="511175"/>
          </a:xfrm>
          <a:prstGeom prst="rect">
            <a:avLst/>
          </a:prstGeom>
        </p:spPr>
        <p:txBody>
          <a:bodyPr vert="horz" wrap="square" lIns="99048" tIns="49524" rIns="99048" bIns="49524" numCol="1" anchor="t" anchorCtr="0" compatLnSpc="1">
            <a:prstTxWarp prst="textNoShape">
              <a:avLst/>
            </a:prstTxWarp>
          </a:bodyPr>
          <a:lstStyle>
            <a:lvl1pPr algn="r">
              <a:defRPr sz="1300" b="0">
                <a:solidFill>
                  <a:schemeClr val="tx1"/>
                </a:solidFill>
                <a:latin typeface="Univers LT 45 Light" charset="0"/>
                <a:ea typeface="Univers LT 45 Light" charset="0"/>
                <a:cs typeface="Univers LT 45 Light" charset="0"/>
              </a:defRPr>
            </a:lvl1pPr>
          </a:lstStyle>
          <a:p>
            <a:fld id="{8AC1E463-24E1-644C-9B9E-5A752F57E9E3}" type="datetime1">
              <a:rPr lang="de-DE" smtClean="0"/>
              <a:pPr/>
              <a:t>26.11.2017</a:t>
            </a:fld>
            <a:endParaRPr lang="de-DE" dirty="0"/>
          </a:p>
        </p:txBody>
      </p:sp>
      <p:sp>
        <p:nvSpPr>
          <p:cNvPr id="4" name="Folienbildplatzhalt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wrap="square" lIns="99048" tIns="49524" rIns="99048" bIns="49524" numCol="1" anchor="ctr" anchorCtr="0" compatLnSpc="1">
            <a:prstTxWarp prst="textNoShape">
              <a:avLst/>
            </a:prstTxWarp>
          </a:bodyPr>
          <a:lstStyle/>
          <a:p>
            <a:pPr lvl="0"/>
            <a:endParaRPr lang="de-DE" noProof="0"/>
          </a:p>
        </p:txBody>
      </p:sp>
      <p:sp>
        <p:nvSpPr>
          <p:cNvPr id="5" name="Notizenplatzhalter 4"/>
          <p:cNvSpPr>
            <a:spLocks noGrp="1"/>
          </p:cNvSpPr>
          <p:nvPr>
            <p:ph type="body" sz="quarter" idx="3"/>
          </p:nvPr>
        </p:nvSpPr>
        <p:spPr>
          <a:xfrm>
            <a:off x="709613" y="4860925"/>
            <a:ext cx="5680075" cy="4605338"/>
          </a:xfrm>
          <a:prstGeom prst="rect">
            <a:avLst/>
          </a:prstGeom>
        </p:spPr>
        <p:txBody>
          <a:bodyPr vert="horz" wrap="square" lIns="99048" tIns="49524" rIns="99048" bIns="49524" numCol="1" anchor="t" anchorCtr="0" compatLnSpc="1">
            <a:prstTxWarp prst="textNoShape">
              <a:avLst/>
            </a:prstTxWarp>
            <a:normAutofit/>
          </a:bodyPr>
          <a:lstStyle/>
          <a:p>
            <a:pPr lvl="0"/>
            <a:r>
              <a:rPr lang="de-DE" noProof="0" dirty="0"/>
              <a:t>Mastertextformat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6" name="Fußzeilenplatzhalter 5"/>
          <p:cNvSpPr>
            <a:spLocks noGrp="1"/>
          </p:cNvSpPr>
          <p:nvPr>
            <p:ph type="ftr" sz="quarter" idx="4"/>
          </p:nvPr>
        </p:nvSpPr>
        <p:spPr>
          <a:xfrm>
            <a:off x="0" y="9721850"/>
            <a:ext cx="3076575" cy="511175"/>
          </a:xfrm>
          <a:prstGeom prst="rect">
            <a:avLst/>
          </a:prstGeom>
        </p:spPr>
        <p:txBody>
          <a:bodyPr vert="horz" wrap="square" lIns="99048" tIns="49524" rIns="99048" bIns="49524" numCol="1" anchor="b" anchorCtr="0" compatLnSpc="1">
            <a:prstTxWarp prst="textNoShape">
              <a:avLst/>
            </a:prstTxWarp>
          </a:bodyPr>
          <a:lstStyle>
            <a:lvl1pPr>
              <a:defRPr sz="1300" b="0">
                <a:solidFill>
                  <a:schemeClr val="tx1"/>
                </a:solidFill>
                <a:latin typeface="Univers LT 45 Light" charset="0"/>
                <a:ea typeface="Univers LT 45 Light" charset="0"/>
                <a:cs typeface="Univers LT 45 Light" charset="0"/>
              </a:defRPr>
            </a:lvl1pPr>
          </a:lstStyle>
          <a:p>
            <a:pPr>
              <a:defRPr/>
            </a:pPr>
            <a:endParaRPr lang="de-DE" dirty="0"/>
          </a:p>
        </p:txBody>
      </p:sp>
      <p:sp>
        <p:nvSpPr>
          <p:cNvPr id="7" name="Foliennummernplatzhalter 6"/>
          <p:cNvSpPr>
            <a:spLocks noGrp="1"/>
          </p:cNvSpPr>
          <p:nvPr>
            <p:ph type="sldNum" sz="quarter" idx="5"/>
          </p:nvPr>
        </p:nvSpPr>
        <p:spPr>
          <a:xfrm>
            <a:off x="4021138" y="9721850"/>
            <a:ext cx="3076575" cy="511175"/>
          </a:xfrm>
          <a:prstGeom prst="rect">
            <a:avLst/>
          </a:prstGeom>
        </p:spPr>
        <p:txBody>
          <a:bodyPr vert="horz" wrap="square" lIns="99048" tIns="49524" rIns="99048" bIns="49524" numCol="1" anchor="b" anchorCtr="0" compatLnSpc="1">
            <a:prstTxWarp prst="textNoShape">
              <a:avLst/>
            </a:prstTxWarp>
          </a:bodyPr>
          <a:lstStyle>
            <a:lvl1pPr algn="r">
              <a:defRPr sz="1300" b="0">
                <a:solidFill>
                  <a:schemeClr val="tx1"/>
                </a:solidFill>
                <a:latin typeface="Univers LT 45 Light" charset="0"/>
                <a:ea typeface="Univers LT 45 Light" charset="0"/>
                <a:cs typeface="Univers LT 45 Light" charset="0"/>
              </a:defRPr>
            </a:lvl1pPr>
          </a:lstStyle>
          <a:p>
            <a:fld id="{43436BA6-931E-EE4C-AA49-657AE8CFDEEF}" type="slidenum">
              <a:rPr lang="de-DE" smtClean="0"/>
              <a:pPr/>
              <a:t>‹Nr.›</a:t>
            </a:fld>
            <a:endParaRPr lang="de-DE" dirty="0"/>
          </a:p>
        </p:txBody>
      </p:sp>
    </p:spTree>
    <p:extLst>
      <p:ext uri="{BB962C8B-B14F-4D97-AF65-F5344CB8AC3E}">
        <p14:creationId xmlns:p14="http://schemas.microsoft.com/office/powerpoint/2010/main" val="3817339129"/>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Univers LT 45 Light" charset="0"/>
        <a:ea typeface="Univers LT 45 Light" charset="0"/>
        <a:cs typeface="Univers LT 45 Light" charset="0"/>
      </a:defRPr>
    </a:lvl1pPr>
    <a:lvl2pPr marL="457200" algn="l" defTabSz="457200" rtl="0" eaLnBrk="0" fontAlgn="base" hangingPunct="0">
      <a:spcBef>
        <a:spcPct val="30000"/>
      </a:spcBef>
      <a:spcAft>
        <a:spcPct val="0"/>
      </a:spcAft>
      <a:defRPr sz="1200" kern="1200">
        <a:solidFill>
          <a:schemeClr val="tx1"/>
        </a:solidFill>
        <a:latin typeface="Univers LT 45 Light" charset="0"/>
        <a:ea typeface="Univers LT 45 Light" charset="0"/>
        <a:cs typeface="Univers LT 45 Light" charset="0"/>
      </a:defRPr>
    </a:lvl2pPr>
    <a:lvl3pPr marL="914400" algn="l" defTabSz="457200" rtl="0" eaLnBrk="0" fontAlgn="base" hangingPunct="0">
      <a:spcBef>
        <a:spcPct val="30000"/>
      </a:spcBef>
      <a:spcAft>
        <a:spcPct val="0"/>
      </a:spcAft>
      <a:defRPr sz="1200" kern="1200">
        <a:solidFill>
          <a:schemeClr val="tx1"/>
        </a:solidFill>
        <a:latin typeface="Univers LT 45 Light" charset="0"/>
        <a:ea typeface="Univers LT 45 Light" charset="0"/>
        <a:cs typeface="Univers LT 45 Light" charset="0"/>
      </a:defRPr>
    </a:lvl3pPr>
    <a:lvl4pPr marL="1371600" algn="l" defTabSz="457200" rtl="0" eaLnBrk="0" fontAlgn="base" hangingPunct="0">
      <a:spcBef>
        <a:spcPct val="30000"/>
      </a:spcBef>
      <a:spcAft>
        <a:spcPct val="0"/>
      </a:spcAft>
      <a:defRPr sz="1200" kern="1200">
        <a:solidFill>
          <a:schemeClr val="tx1"/>
        </a:solidFill>
        <a:latin typeface="Univers LT 45 Light" charset="0"/>
        <a:ea typeface="Univers LT 45 Light" charset="0"/>
        <a:cs typeface="Univers LT 45 Light" charset="0"/>
      </a:defRPr>
    </a:lvl4pPr>
    <a:lvl5pPr marL="1828800" algn="l" defTabSz="457200" rtl="0" eaLnBrk="0" fontAlgn="base" hangingPunct="0">
      <a:spcBef>
        <a:spcPct val="30000"/>
      </a:spcBef>
      <a:spcAft>
        <a:spcPct val="0"/>
      </a:spcAft>
      <a:defRPr sz="1200" kern="1200">
        <a:solidFill>
          <a:schemeClr val="tx1"/>
        </a:solidFill>
        <a:latin typeface="Univers LT 45 Light" charset="0"/>
        <a:ea typeface="Univers LT 45 Light" charset="0"/>
        <a:cs typeface="Univers LT 45 Light"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457200" rtl="0" eaLnBrk="0" fontAlgn="base" latinLnBrk="0" hangingPunct="0">
              <a:lnSpc>
                <a:spcPct val="100000"/>
              </a:lnSpc>
              <a:spcBef>
                <a:spcPct val="30000"/>
              </a:spcBef>
              <a:spcAft>
                <a:spcPct val="0"/>
              </a:spcAft>
              <a:buClrTx/>
              <a:buSzTx/>
              <a:buFontTx/>
              <a:buNone/>
              <a:tabLst/>
              <a:defRPr/>
            </a:pPr>
            <a:r>
              <a:rPr lang="de-DE" sz="1200" b="0" dirty="0">
                <a:solidFill>
                  <a:schemeClr val="tx1"/>
                </a:solidFill>
              </a:rPr>
              <a:t>Es darf keine Informationen aus einem Kontext (zum Beispiel der Verbindung des Browsers zu der Seite einer Bank) von einem Skript aus einem anderen Kontext zugreifbar oder manipulierbar sein. Um dies zu erreichen, wird beim Zugriff eines Skriptes auf ein Objekt einer Webseite die Herkunft (</a:t>
            </a:r>
            <a:r>
              <a:rPr lang="de-DE" sz="1200" b="0" dirty="0" err="1">
                <a:solidFill>
                  <a:schemeClr val="tx1"/>
                </a:solidFill>
              </a:rPr>
              <a:t>origin</a:t>
            </a:r>
            <a:r>
              <a:rPr lang="de-DE" sz="1200" b="0" dirty="0">
                <a:solidFill>
                  <a:schemeClr val="tx1"/>
                </a:solidFill>
              </a:rPr>
              <a:t>) von beiden verglichen. (Wikipedia)</a:t>
            </a:r>
          </a:p>
          <a:p>
            <a:endParaRPr lang="de-DE" dirty="0"/>
          </a:p>
        </p:txBody>
      </p:sp>
      <p:sp>
        <p:nvSpPr>
          <p:cNvPr id="4" name="Foliennummernplatzhalter 3"/>
          <p:cNvSpPr>
            <a:spLocks noGrp="1"/>
          </p:cNvSpPr>
          <p:nvPr>
            <p:ph type="sldNum" sz="quarter" idx="10"/>
          </p:nvPr>
        </p:nvSpPr>
        <p:spPr/>
        <p:txBody>
          <a:bodyPr/>
          <a:lstStyle/>
          <a:p>
            <a:fld id="{43436BA6-931E-EE4C-AA49-657AE8CFDEEF}" type="slidenum">
              <a:rPr lang="de-DE" smtClean="0"/>
              <a:pPr/>
              <a:t>12</a:t>
            </a:fld>
            <a:endParaRPr lang="de-DE" dirty="0"/>
          </a:p>
        </p:txBody>
      </p:sp>
    </p:spTree>
    <p:extLst>
      <p:ext uri="{BB962C8B-B14F-4D97-AF65-F5344CB8AC3E}">
        <p14:creationId xmlns:p14="http://schemas.microsoft.com/office/powerpoint/2010/main" val="17450586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sp>
        <p:nvSpPr>
          <p:cNvPr id="5" name="Rectangle 26"/>
          <p:cNvSpPr>
            <a:spLocks noChangeArrowheads="1"/>
          </p:cNvSpPr>
          <p:nvPr/>
        </p:nvSpPr>
        <p:spPr bwMode="auto">
          <a:xfrm>
            <a:off x="179388" y="4425950"/>
            <a:ext cx="8788400" cy="2249488"/>
          </a:xfrm>
          <a:prstGeom prst="rect">
            <a:avLst/>
          </a:prstGeom>
          <a:solidFill>
            <a:srgbClr val="092F53"/>
          </a:solidFill>
          <a:ln w="9525">
            <a:solidFill>
              <a:srgbClr val="092F53"/>
            </a:solidFill>
            <a:miter lim="800000"/>
            <a:headEnd/>
            <a:tailEnd/>
          </a:ln>
          <a:effectLst/>
        </p:spPr>
        <p:txBody>
          <a:bodyPr wrap="none" lIns="0" tIns="0" rIns="0" bIns="0" anchor="ctr"/>
          <a:lstStyle/>
          <a:p>
            <a:pPr algn="ctr">
              <a:defRPr/>
            </a:pPr>
            <a:endParaRPr lang="de-DE" sz="1800" b="0" dirty="0">
              <a:solidFill>
                <a:schemeClr val="tx1"/>
              </a:solidFill>
              <a:latin typeface="Univers LT 45 Light"/>
              <a:ea typeface="ＭＳ Ｐゴシック" pitchFamily="-112" charset="-128"/>
              <a:cs typeface="+mn-cs"/>
            </a:endParaRPr>
          </a:p>
        </p:txBody>
      </p:sp>
      <p:sp>
        <p:nvSpPr>
          <p:cNvPr id="4099" name="Rectangle 3"/>
          <p:cNvSpPr>
            <a:spLocks noGrp="1" noChangeArrowheads="1"/>
          </p:cNvSpPr>
          <p:nvPr>
            <p:ph type="ctrTitle"/>
          </p:nvPr>
        </p:nvSpPr>
        <p:spPr>
          <a:xfrm>
            <a:off x="323849" y="4587875"/>
            <a:ext cx="8496623" cy="354013"/>
          </a:xfrm>
          <a:prstGeom prst="rect">
            <a:avLst/>
          </a:prstGeom>
          <a:solidFill>
            <a:srgbClr val="092F53"/>
          </a:solidFill>
          <a:ln>
            <a:noFill/>
          </a:ln>
        </p:spPr>
        <p:txBody>
          <a:bodyPr/>
          <a:lstStyle>
            <a:lvl1pPr marL="0" indent="0">
              <a:lnSpc>
                <a:spcPts val="2800"/>
              </a:lnSpc>
              <a:defRPr sz="2800" baseline="0">
                <a:solidFill>
                  <a:schemeClr val="bg1"/>
                </a:solidFill>
                <a:latin typeface="Univers LT 45 Light"/>
                <a:cs typeface="Univers LT 45 Light"/>
              </a:defRPr>
            </a:lvl1pPr>
          </a:lstStyle>
          <a:p>
            <a:r>
              <a:rPr lang="de-DE"/>
              <a:t>Mastertitelformat bearbeiten</a:t>
            </a:r>
            <a:endParaRPr lang="de-DE" dirty="0"/>
          </a:p>
        </p:txBody>
      </p:sp>
      <p:sp>
        <p:nvSpPr>
          <p:cNvPr id="4100" name="Rectangle 4"/>
          <p:cNvSpPr>
            <a:spLocks noGrp="1" noChangeArrowheads="1"/>
          </p:cNvSpPr>
          <p:nvPr>
            <p:ph type="subTitle" idx="1" hasCustomPrompt="1"/>
          </p:nvPr>
        </p:nvSpPr>
        <p:spPr>
          <a:xfrm>
            <a:off x="323849" y="4948238"/>
            <a:ext cx="8496623" cy="1008062"/>
          </a:xfrm>
          <a:prstGeom prst="rect">
            <a:avLst/>
          </a:prstGeom>
          <a:solidFill>
            <a:srgbClr val="092F53"/>
          </a:solidFill>
          <a:ln>
            <a:noFill/>
          </a:ln>
        </p:spPr>
        <p:txBody>
          <a:bodyPr/>
          <a:lstStyle>
            <a:lvl1pPr marL="0" marR="0" indent="0" algn="l" defTabSz="914400" rtl="0" eaLnBrk="1" fontAlgn="base" latinLnBrk="0" hangingPunct="1">
              <a:lnSpc>
                <a:spcPts val="2500"/>
              </a:lnSpc>
              <a:spcBef>
                <a:spcPct val="0"/>
              </a:spcBef>
              <a:spcAft>
                <a:spcPct val="0"/>
              </a:spcAft>
              <a:buClr>
                <a:srgbClr val="003266"/>
              </a:buClr>
              <a:buSzTx/>
              <a:buFont typeface="Wingdings" pitchFamily="-111" charset="2"/>
              <a:buNone/>
              <a:tabLst/>
              <a:defRPr sz="1800" baseline="0">
                <a:solidFill>
                  <a:schemeClr val="bg1"/>
                </a:solidFill>
              </a:defRPr>
            </a:lvl1pPr>
          </a:lstStyle>
          <a:p>
            <a:r>
              <a:rPr lang="de-DE" dirty="0"/>
              <a:t>Master-Untertitelformat bearbeiten</a:t>
            </a:r>
          </a:p>
          <a:p>
            <a:endParaRPr lang="de-DE" dirty="0"/>
          </a:p>
        </p:txBody>
      </p:sp>
      <p:pic>
        <p:nvPicPr>
          <p:cNvPr id="3" name="Bild 2"/>
          <p:cNvPicPr>
            <a:picLocks noChangeAspect="1"/>
          </p:cNvPicPr>
          <p:nvPr userDrawn="1"/>
        </p:nvPicPr>
        <p:blipFill>
          <a:blip r:embed="rId2"/>
          <a:stretch>
            <a:fillRect/>
          </a:stretch>
        </p:blipFill>
        <p:spPr>
          <a:xfrm>
            <a:off x="5508104" y="260648"/>
            <a:ext cx="3380306" cy="731436"/>
          </a:xfrm>
          <a:prstGeom prst="rect">
            <a:avLst/>
          </a:prstGeom>
        </p:spPr>
      </p:pic>
      <p:sp>
        <p:nvSpPr>
          <p:cNvPr id="8" name="Rectangle 4"/>
          <p:cNvSpPr txBox="1">
            <a:spLocks noChangeArrowheads="1"/>
          </p:cNvSpPr>
          <p:nvPr userDrawn="1"/>
        </p:nvSpPr>
        <p:spPr bwMode="auto">
          <a:xfrm>
            <a:off x="323725" y="6381328"/>
            <a:ext cx="8640763" cy="216024"/>
          </a:xfrm>
          <a:prstGeom prst="rect">
            <a:avLst/>
          </a:prstGeom>
          <a:solidFill>
            <a:srgbClr val="092F53"/>
          </a:solidFill>
          <a:ln>
            <a:noFill/>
          </a:ln>
          <a:extLst>
            <a:ext uri="{FAA26D3D-D897-4be2-8F04-BA451C77F1D7}">
              <ma14:placeholderFlag xmlns:ma14="http://schemas.microsoft.com/office/mac/drawingml/2011/main" xmlns="" val="1"/>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lvl1pPr marL="0" indent="0" algn="l" rtl="0" eaLnBrk="1" fontAlgn="base" hangingPunct="1">
              <a:lnSpc>
                <a:spcPts val="2500"/>
              </a:lnSpc>
              <a:spcBef>
                <a:spcPct val="0"/>
              </a:spcBef>
              <a:spcAft>
                <a:spcPct val="0"/>
              </a:spcAft>
              <a:buClr>
                <a:srgbClr val="003266"/>
              </a:buClr>
              <a:buFont typeface="Wingdings" pitchFamily="-111" charset="2"/>
              <a:buNone/>
              <a:defRPr sz="1800" baseline="0">
                <a:solidFill>
                  <a:schemeClr val="bg1"/>
                </a:solidFill>
                <a:latin typeface="Univers LT 45 Light"/>
                <a:ea typeface="ＭＳ Ｐゴシック" pitchFamily="-111" charset="-128"/>
                <a:cs typeface="Univers LT 45 Light"/>
              </a:defRPr>
            </a:lvl1pPr>
            <a:lvl2pPr marL="627063" indent="-180975" algn="l" rtl="0" eaLnBrk="1" fontAlgn="base" hangingPunct="1">
              <a:spcBef>
                <a:spcPct val="25000"/>
              </a:spcBef>
              <a:spcAft>
                <a:spcPct val="0"/>
              </a:spcAft>
              <a:buClr>
                <a:srgbClr val="003266"/>
              </a:buClr>
              <a:buFont typeface="Wingdings" charset="0"/>
              <a:buChar char="§"/>
              <a:defRPr sz="2000">
                <a:solidFill>
                  <a:srgbClr val="5A5A5A"/>
                </a:solidFill>
                <a:latin typeface="Univers LT 45 Light"/>
                <a:ea typeface="ＭＳ Ｐゴシック" pitchFamily="-111" charset="-128"/>
                <a:cs typeface="Univers LT 45 Light"/>
              </a:defRPr>
            </a:lvl2pPr>
            <a:lvl3pPr marL="981075" indent="-174625" algn="l" rtl="0" eaLnBrk="1" fontAlgn="base" hangingPunct="1">
              <a:spcBef>
                <a:spcPct val="25000"/>
              </a:spcBef>
              <a:spcAft>
                <a:spcPct val="0"/>
              </a:spcAft>
              <a:buClr>
                <a:srgbClr val="003266"/>
              </a:buClr>
              <a:buFont typeface="Wingdings" charset="0"/>
              <a:buChar char="§"/>
              <a:defRPr sz="2000">
                <a:solidFill>
                  <a:srgbClr val="5A5A5A"/>
                </a:solidFill>
                <a:latin typeface="Univers LT 45 Light"/>
                <a:ea typeface="ＭＳ Ｐゴシック" pitchFamily="-111" charset="-128"/>
                <a:cs typeface="Univers LT 45 Light"/>
              </a:defRPr>
            </a:lvl3pPr>
            <a:lvl4pPr marL="1341438" indent="-180975" algn="l" rtl="0" eaLnBrk="1" fontAlgn="base" hangingPunct="1">
              <a:spcBef>
                <a:spcPct val="25000"/>
              </a:spcBef>
              <a:spcAft>
                <a:spcPct val="0"/>
              </a:spcAft>
              <a:buClr>
                <a:srgbClr val="003266"/>
              </a:buClr>
              <a:buFont typeface="Wingdings" charset="0"/>
              <a:buChar char="§"/>
              <a:defRPr sz="2000">
                <a:solidFill>
                  <a:srgbClr val="5A5A5A"/>
                </a:solidFill>
                <a:latin typeface="Univers LT 45 Light"/>
                <a:ea typeface="ＭＳ Ｐゴシック" pitchFamily="-111" charset="-128"/>
                <a:cs typeface="Univers LT 45 Light"/>
              </a:defRPr>
            </a:lvl4pPr>
            <a:lvl5pPr marL="1701800" indent="-180975" algn="l" rtl="0" eaLnBrk="1" fontAlgn="base" hangingPunct="1">
              <a:spcBef>
                <a:spcPct val="25000"/>
              </a:spcBef>
              <a:spcAft>
                <a:spcPct val="0"/>
              </a:spcAft>
              <a:buClr>
                <a:srgbClr val="003266"/>
              </a:buClr>
              <a:buFont typeface="Wingdings" charset="0"/>
              <a:buChar char="§"/>
              <a:defRPr sz="2000">
                <a:solidFill>
                  <a:srgbClr val="5A5A5A"/>
                </a:solidFill>
                <a:latin typeface="Univers LT 45 Light"/>
                <a:ea typeface="ＭＳ Ｐゴシック" pitchFamily="-111" charset="-128"/>
                <a:cs typeface="Univers LT 45 Light"/>
              </a:defRPr>
            </a:lvl5pPr>
            <a:lvl6pPr marL="2159000" indent="-180975" algn="l" rtl="0" eaLnBrk="1" fontAlgn="base" hangingPunct="1">
              <a:lnSpc>
                <a:spcPts val="2800"/>
              </a:lnSpc>
              <a:spcBef>
                <a:spcPct val="25000"/>
              </a:spcBef>
              <a:spcAft>
                <a:spcPct val="0"/>
              </a:spcAft>
              <a:buClr>
                <a:srgbClr val="003266"/>
              </a:buClr>
              <a:buFont typeface="Wingdings" pitchFamily="-111" charset="2"/>
              <a:buChar char="§"/>
              <a:defRPr sz="2000">
                <a:solidFill>
                  <a:srgbClr val="5A5A5A"/>
                </a:solidFill>
                <a:latin typeface="+mn-lt"/>
                <a:ea typeface="ＭＳ Ｐゴシック" pitchFamily="-111" charset="-128"/>
              </a:defRPr>
            </a:lvl6pPr>
            <a:lvl7pPr marL="2616200" indent="-180975" algn="l" rtl="0" eaLnBrk="1" fontAlgn="base" hangingPunct="1">
              <a:lnSpc>
                <a:spcPts val="2800"/>
              </a:lnSpc>
              <a:spcBef>
                <a:spcPct val="25000"/>
              </a:spcBef>
              <a:spcAft>
                <a:spcPct val="0"/>
              </a:spcAft>
              <a:buClr>
                <a:srgbClr val="003266"/>
              </a:buClr>
              <a:buFont typeface="Wingdings" pitchFamily="-111" charset="2"/>
              <a:buChar char="§"/>
              <a:defRPr sz="2000">
                <a:solidFill>
                  <a:srgbClr val="5A5A5A"/>
                </a:solidFill>
                <a:latin typeface="+mn-lt"/>
                <a:ea typeface="ＭＳ Ｐゴシック" pitchFamily="-111" charset="-128"/>
              </a:defRPr>
            </a:lvl7pPr>
            <a:lvl8pPr marL="3073400" indent="-180975" algn="l" rtl="0" eaLnBrk="1" fontAlgn="base" hangingPunct="1">
              <a:lnSpc>
                <a:spcPts val="2800"/>
              </a:lnSpc>
              <a:spcBef>
                <a:spcPct val="25000"/>
              </a:spcBef>
              <a:spcAft>
                <a:spcPct val="0"/>
              </a:spcAft>
              <a:buClr>
                <a:srgbClr val="003266"/>
              </a:buClr>
              <a:buFont typeface="Wingdings" pitchFamily="-111" charset="2"/>
              <a:buChar char="§"/>
              <a:defRPr sz="2000">
                <a:solidFill>
                  <a:srgbClr val="5A5A5A"/>
                </a:solidFill>
                <a:latin typeface="+mn-lt"/>
                <a:ea typeface="ＭＳ Ｐゴシック" pitchFamily="-111" charset="-128"/>
              </a:defRPr>
            </a:lvl8pPr>
            <a:lvl9pPr marL="3530600" indent="-180975" algn="l" rtl="0" eaLnBrk="1" fontAlgn="base" hangingPunct="1">
              <a:lnSpc>
                <a:spcPts val="2800"/>
              </a:lnSpc>
              <a:spcBef>
                <a:spcPct val="25000"/>
              </a:spcBef>
              <a:spcAft>
                <a:spcPct val="0"/>
              </a:spcAft>
              <a:buClr>
                <a:srgbClr val="003266"/>
              </a:buClr>
              <a:buFont typeface="Wingdings" pitchFamily="-111" charset="2"/>
              <a:buChar char="§"/>
              <a:defRPr sz="2000">
                <a:solidFill>
                  <a:srgbClr val="5A5A5A"/>
                </a:solidFill>
                <a:latin typeface="+mn-lt"/>
                <a:ea typeface="ＭＳ Ｐゴシック" pitchFamily="-111" charset="-128"/>
              </a:defRPr>
            </a:lvl9pPr>
          </a:lstStyle>
          <a:p>
            <a:endParaRPr lang="de-DE" sz="800" b="0" kern="0" dirty="0">
              <a:solidFill>
                <a:schemeClr val="bg1"/>
              </a:solidFill>
            </a:endParaRPr>
          </a:p>
        </p:txBody>
      </p:sp>
      <p:sp>
        <p:nvSpPr>
          <p:cNvPr id="9" name="Rectangle 3"/>
          <p:cNvSpPr txBox="1">
            <a:spLocks noChangeArrowheads="1"/>
          </p:cNvSpPr>
          <p:nvPr userDrawn="1"/>
        </p:nvSpPr>
        <p:spPr bwMode="auto">
          <a:xfrm>
            <a:off x="323922" y="6348164"/>
            <a:ext cx="8496550" cy="216024"/>
          </a:xfrm>
          <a:prstGeom prst="rect">
            <a:avLst/>
          </a:prstGeom>
          <a:solidFill>
            <a:srgbClr val="092F53"/>
          </a:solidFill>
          <a:ln w="25400" cap="flat" cmpd="sng" algn="ctr">
            <a:noFill/>
            <a:prstDash val="solid"/>
          </a:ln>
          <a:effectLst/>
          <a:extLst>
            <a:ext uri="{FAA26D3D-D897-4be2-8F04-BA451C77F1D7}">
              <ma14:placeholderFlag xmlns:ma14="http://schemas.microsoft.com/office/mac/drawingml/2011/main" xmlns="" val="1"/>
            </a:ext>
          </a:extLst>
        </p:spPr>
        <p:txBody>
          <a:bodyPr vert="horz" wrap="square" lIns="0" tIns="0" rIns="0" bIns="0" numCol="1" anchor="b" anchorCtr="0" compatLnSpc="1">
            <a:prstTxWarp prst="textNoShape">
              <a:avLst/>
            </a:prstTxWarp>
          </a:bodyPr>
          <a:lstStyle>
            <a:lvl1pPr marL="0" indent="0" algn="l" rtl="0" eaLnBrk="1" fontAlgn="base" hangingPunct="1">
              <a:lnSpc>
                <a:spcPts val="2800"/>
              </a:lnSpc>
              <a:spcBef>
                <a:spcPct val="0"/>
              </a:spcBef>
              <a:spcAft>
                <a:spcPct val="0"/>
              </a:spcAft>
              <a:defRPr sz="2800" baseline="0">
                <a:solidFill>
                  <a:schemeClr val="bg1"/>
                </a:solidFill>
                <a:latin typeface="Univers LT 45 Light"/>
                <a:ea typeface="ＭＳ Ｐゴシック" pitchFamily="-111" charset="-128"/>
                <a:cs typeface="Univers LT 45 Light"/>
              </a:defRPr>
            </a:lvl1pPr>
            <a:lvl2pPr marL="182563" indent="-1588" algn="l" rtl="0" eaLnBrk="1" fontAlgn="base" hangingPunct="1">
              <a:lnSpc>
                <a:spcPts val="2200"/>
              </a:lnSpc>
              <a:spcBef>
                <a:spcPct val="0"/>
              </a:spcBef>
              <a:spcAft>
                <a:spcPct val="0"/>
              </a:spcAft>
              <a:defRPr sz="2200">
                <a:solidFill>
                  <a:srgbClr val="FFFFFF"/>
                </a:solidFill>
                <a:latin typeface="Trebuchet MS" charset="0"/>
                <a:ea typeface="ＭＳ Ｐゴシック" pitchFamily="-111" charset="-128"/>
                <a:cs typeface="ＭＳ Ｐゴシック" pitchFamily="-111" charset="-128"/>
              </a:defRPr>
            </a:lvl2pPr>
            <a:lvl3pPr marL="182563" indent="-1588" algn="l" rtl="0" eaLnBrk="1" fontAlgn="base" hangingPunct="1">
              <a:lnSpc>
                <a:spcPts val="2200"/>
              </a:lnSpc>
              <a:spcBef>
                <a:spcPct val="0"/>
              </a:spcBef>
              <a:spcAft>
                <a:spcPct val="0"/>
              </a:spcAft>
              <a:defRPr sz="2200">
                <a:solidFill>
                  <a:srgbClr val="FFFFFF"/>
                </a:solidFill>
                <a:latin typeface="Trebuchet MS" charset="0"/>
                <a:ea typeface="ＭＳ Ｐゴシック" pitchFamily="-111" charset="-128"/>
                <a:cs typeface="ＭＳ Ｐゴシック" pitchFamily="-111" charset="-128"/>
              </a:defRPr>
            </a:lvl3pPr>
            <a:lvl4pPr marL="182563" indent="-1588" algn="l" rtl="0" eaLnBrk="1" fontAlgn="base" hangingPunct="1">
              <a:lnSpc>
                <a:spcPts val="2200"/>
              </a:lnSpc>
              <a:spcBef>
                <a:spcPct val="0"/>
              </a:spcBef>
              <a:spcAft>
                <a:spcPct val="0"/>
              </a:spcAft>
              <a:defRPr sz="2200">
                <a:solidFill>
                  <a:srgbClr val="FFFFFF"/>
                </a:solidFill>
                <a:latin typeface="Trebuchet MS" charset="0"/>
                <a:ea typeface="ＭＳ Ｐゴシック" pitchFamily="-111" charset="-128"/>
                <a:cs typeface="ＭＳ Ｐゴシック" pitchFamily="-111" charset="-128"/>
              </a:defRPr>
            </a:lvl4pPr>
            <a:lvl5pPr marL="182563" indent="-1588" algn="l" rtl="0" eaLnBrk="1" fontAlgn="base" hangingPunct="1">
              <a:lnSpc>
                <a:spcPts val="2200"/>
              </a:lnSpc>
              <a:spcBef>
                <a:spcPct val="0"/>
              </a:spcBef>
              <a:spcAft>
                <a:spcPct val="0"/>
              </a:spcAft>
              <a:defRPr sz="2200">
                <a:solidFill>
                  <a:srgbClr val="FFFFFF"/>
                </a:solidFill>
                <a:latin typeface="Trebuchet MS" charset="0"/>
                <a:ea typeface="ＭＳ Ｐゴシック" pitchFamily="-111" charset="-128"/>
                <a:cs typeface="ＭＳ Ｐゴシック" pitchFamily="-111" charset="-128"/>
              </a:defRPr>
            </a:lvl5pPr>
            <a:lvl6pPr marL="457200" algn="l" rtl="0" eaLnBrk="1" fontAlgn="base" hangingPunct="1">
              <a:lnSpc>
                <a:spcPts val="2200"/>
              </a:lnSpc>
              <a:spcBef>
                <a:spcPct val="0"/>
              </a:spcBef>
              <a:spcAft>
                <a:spcPct val="0"/>
              </a:spcAft>
              <a:defRPr sz="2200">
                <a:solidFill>
                  <a:srgbClr val="FFFFFF"/>
                </a:solidFill>
                <a:latin typeface="CachetBook" pitchFamily="2" charset="0"/>
              </a:defRPr>
            </a:lvl6pPr>
            <a:lvl7pPr marL="914400" algn="l" rtl="0" eaLnBrk="1" fontAlgn="base" hangingPunct="1">
              <a:lnSpc>
                <a:spcPts val="2200"/>
              </a:lnSpc>
              <a:spcBef>
                <a:spcPct val="0"/>
              </a:spcBef>
              <a:spcAft>
                <a:spcPct val="0"/>
              </a:spcAft>
              <a:defRPr sz="2200">
                <a:solidFill>
                  <a:srgbClr val="FFFFFF"/>
                </a:solidFill>
                <a:latin typeface="CachetBook" pitchFamily="2" charset="0"/>
              </a:defRPr>
            </a:lvl7pPr>
            <a:lvl8pPr marL="1371600" algn="l" rtl="0" eaLnBrk="1" fontAlgn="base" hangingPunct="1">
              <a:lnSpc>
                <a:spcPts val="2200"/>
              </a:lnSpc>
              <a:spcBef>
                <a:spcPct val="0"/>
              </a:spcBef>
              <a:spcAft>
                <a:spcPct val="0"/>
              </a:spcAft>
              <a:defRPr sz="2200">
                <a:solidFill>
                  <a:srgbClr val="FFFFFF"/>
                </a:solidFill>
                <a:latin typeface="CachetBook" pitchFamily="2" charset="0"/>
              </a:defRPr>
            </a:lvl8pPr>
            <a:lvl9pPr marL="1828800" algn="l" rtl="0" eaLnBrk="1" fontAlgn="base" hangingPunct="1">
              <a:lnSpc>
                <a:spcPts val="2200"/>
              </a:lnSpc>
              <a:spcBef>
                <a:spcPct val="0"/>
              </a:spcBef>
              <a:spcAft>
                <a:spcPct val="0"/>
              </a:spcAft>
              <a:defRPr sz="2200">
                <a:solidFill>
                  <a:srgbClr val="FFFFFF"/>
                </a:solidFill>
                <a:latin typeface="CachetBook" pitchFamily="2" charset="0"/>
              </a:defRPr>
            </a:lvl9pPr>
          </a:lstStyle>
          <a:p>
            <a:pPr marL="0" marR="0" lvl="0" indent="0" algn="l" defTabSz="914400" rtl="0" eaLnBrk="1" fontAlgn="base" latinLnBrk="0" hangingPunct="1">
              <a:lnSpc>
                <a:spcPct val="100000"/>
              </a:lnSpc>
              <a:spcBef>
                <a:spcPct val="25000"/>
              </a:spcBef>
              <a:spcAft>
                <a:spcPct val="0"/>
              </a:spcAft>
              <a:buClr>
                <a:srgbClr val="003266"/>
              </a:buClr>
              <a:buSzTx/>
              <a:buFont typeface="Wingdings" charset="0"/>
              <a:buNone/>
              <a:tabLst/>
              <a:defRPr/>
            </a:pPr>
            <a:r>
              <a:rPr kumimoji="0" lang="de-DE" sz="1000" b="0" i="0" u="none" strike="noStrike" kern="0" cap="none" spc="0" normalizeH="0" baseline="0" noProof="0" dirty="0">
                <a:ln>
                  <a:noFill/>
                </a:ln>
                <a:solidFill>
                  <a:schemeClr val="bg1"/>
                </a:solidFill>
                <a:effectLst/>
                <a:uLnTx/>
                <a:uFillTx/>
                <a:latin typeface="Univers LT 45 Light"/>
                <a:ea typeface="ＭＳ Ｐゴシック" pitchFamily="-111" charset="-128"/>
              </a:rPr>
              <a:t>WPS – </a:t>
            </a:r>
            <a:r>
              <a:rPr kumimoji="0" lang="de-DE" sz="1000" b="0" i="0" u="none" strike="noStrike" kern="0" cap="none" spc="0" normalizeH="0" baseline="0" noProof="0" dirty="0" err="1">
                <a:ln>
                  <a:noFill/>
                </a:ln>
                <a:solidFill>
                  <a:schemeClr val="bg1"/>
                </a:solidFill>
                <a:effectLst/>
                <a:uLnTx/>
                <a:uFillTx/>
                <a:latin typeface="Univers LT 45 Light"/>
                <a:ea typeface="ＭＳ Ｐゴシック" pitchFamily="-111" charset="-128"/>
              </a:rPr>
              <a:t>Workplace</a:t>
            </a:r>
            <a:r>
              <a:rPr kumimoji="0" lang="de-DE" sz="1000" b="0" i="0" u="none" strike="noStrike" kern="0" cap="none" spc="0" normalizeH="0" baseline="0" noProof="0" dirty="0">
                <a:ln>
                  <a:noFill/>
                </a:ln>
                <a:solidFill>
                  <a:schemeClr val="bg1"/>
                </a:solidFill>
                <a:effectLst/>
                <a:uLnTx/>
                <a:uFillTx/>
                <a:latin typeface="Univers LT 45 Light"/>
                <a:ea typeface="ＭＳ Ｐゴシック" pitchFamily="-111" charset="-128"/>
              </a:rPr>
              <a:t> Solutions GmbH  </a:t>
            </a:r>
            <a:r>
              <a:rPr kumimoji="0" lang="de-DE" sz="1000" b="0" i="0" u="none" strike="noStrike" kern="0" cap="none" spc="0" normalizeH="0" baseline="0" noProof="0" dirty="0">
                <a:ln>
                  <a:noFill/>
                </a:ln>
                <a:solidFill>
                  <a:srgbClr val="46A1AE"/>
                </a:solidFill>
                <a:effectLst/>
                <a:uLnTx/>
                <a:uFillTx/>
                <a:latin typeface="Univers LT 45 Light"/>
                <a:ea typeface="ＭＳ Ｐゴシック" pitchFamily="-111" charset="-128"/>
              </a:rPr>
              <a:t>////</a:t>
            </a:r>
            <a:r>
              <a:rPr kumimoji="0" lang="de-DE" sz="1000" b="0" i="0" u="none" strike="noStrike" kern="0" cap="none" spc="0" normalizeH="0" baseline="0" noProof="0" dirty="0">
                <a:ln>
                  <a:noFill/>
                </a:ln>
                <a:solidFill>
                  <a:schemeClr val="bg1"/>
                </a:solidFill>
                <a:effectLst/>
                <a:uLnTx/>
                <a:uFillTx/>
                <a:latin typeface="Univers LT 45 Light"/>
                <a:ea typeface="ＭＳ Ｐゴシック" pitchFamily="-111" charset="-128"/>
              </a:rPr>
              <a:t>  Hans-Henny-Jahnn-Weg 29  </a:t>
            </a:r>
            <a:r>
              <a:rPr kumimoji="0" lang="de-DE" sz="1000" b="0" i="0" u="none" strike="noStrike" kern="0" cap="none" spc="0" normalizeH="0" baseline="0" noProof="0" dirty="0">
                <a:ln>
                  <a:noFill/>
                </a:ln>
                <a:solidFill>
                  <a:srgbClr val="46A1AE"/>
                </a:solidFill>
                <a:effectLst/>
                <a:uLnTx/>
                <a:uFillTx/>
                <a:latin typeface="Univers LT 45 Light"/>
                <a:ea typeface="ＭＳ Ｐゴシック" pitchFamily="-111" charset="-128"/>
              </a:rPr>
              <a:t>////</a:t>
            </a:r>
            <a:r>
              <a:rPr kumimoji="0" lang="de-DE" sz="1000" b="0" i="0" u="none" strike="noStrike" kern="0" cap="none" spc="0" normalizeH="0" baseline="0" noProof="0" dirty="0">
                <a:ln>
                  <a:noFill/>
                </a:ln>
                <a:solidFill>
                  <a:schemeClr val="bg1"/>
                </a:solidFill>
                <a:effectLst/>
                <a:uLnTx/>
                <a:uFillTx/>
                <a:latin typeface="Univers LT 45 Light"/>
                <a:ea typeface="ＭＳ Ｐゴシック" pitchFamily="-111" charset="-128"/>
              </a:rPr>
              <a:t>  22085 Hamburg </a:t>
            </a:r>
          </a:p>
        </p:txBody>
      </p:sp>
    </p:spTree>
    <p:extLst>
      <p:ext uri="{BB962C8B-B14F-4D97-AF65-F5344CB8AC3E}">
        <p14:creationId xmlns:p14="http://schemas.microsoft.com/office/powerpoint/2010/main" val="93140878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Mastertitelformat bearbeiten</a:t>
            </a:r>
          </a:p>
        </p:txBody>
      </p:sp>
      <p:sp>
        <p:nvSpPr>
          <p:cNvPr id="9" name="Inhaltsplatzhalter 7"/>
          <p:cNvSpPr>
            <a:spLocks noGrp="1"/>
          </p:cNvSpPr>
          <p:nvPr>
            <p:ph sz="quarter" idx="10"/>
          </p:nvPr>
        </p:nvSpPr>
        <p:spPr>
          <a:xfrm>
            <a:off x="323850" y="1196975"/>
            <a:ext cx="8620125" cy="51784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422075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Bi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Mastertitelformat bearbeiten</a:t>
            </a:r>
          </a:p>
        </p:txBody>
      </p:sp>
      <p:sp>
        <p:nvSpPr>
          <p:cNvPr id="6" name="Bildplatzhalter 2"/>
          <p:cNvSpPr>
            <a:spLocks noGrp="1"/>
          </p:cNvSpPr>
          <p:nvPr>
            <p:ph type="pic" sz="quarter" idx="11"/>
          </p:nvPr>
        </p:nvSpPr>
        <p:spPr>
          <a:xfrm>
            <a:off x="323850" y="1196975"/>
            <a:ext cx="8620125" cy="5178425"/>
          </a:xfrm>
        </p:spPr>
        <p:txBody>
          <a:bodyPr/>
          <a:lstStyle/>
          <a:p>
            <a:r>
              <a:rPr lang="de-DE"/>
              <a:t>Bild durch Klicken auf Symbol hinzufügen</a:t>
            </a:r>
          </a:p>
        </p:txBody>
      </p:sp>
    </p:spTree>
    <p:extLst>
      <p:ext uri="{BB962C8B-B14F-4D97-AF65-F5344CB8AC3E}">
        <p14:creationId xmlns:p14="http://schemas.microsoft.com/office/powerpoint/2010/main" val="3972201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Inhalt und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Mastertitelformat bearbeiten</a:t>
            </a:r>
          </a:p>
        </p:txBody>
      </p:sp>
      <p:sp>
        <p:nvSpPr>
          <p:cNvPr id="7" name="Inhaltsplatzhalter 7"/>
          <p:cNvSpPr>
            <a:spLocks noGrp="1"/>
          </p:cNvSpPr>
          <p:nvPr>
            <p:ph sz="quarter" idx="10"/>
          </p:nvPr>
        </p:nvSpPr>
        <p:spPr>
          <a:xfrm>
            <a:off x="323850" y="1196975"/>
            <a:ext cx="4241711" cy="51784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8" name="Inhaltsplatzhalter 7"/>
          <p:cNvSpPr>
            <a:spLocks noGrp="1"/>
          </p:cNvSpPr>
          <p:nvPr>
            <p:ph sz="quarter" idx="11"/>
          </p:nvPr>
        </p:nvSpPr>
        <p:spPr>
          <a:xfrm>
            <a:off x="4752304" y="1194828"/>
            <a:ext cx="4195193" cy="517842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918776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Text über Inhalt">
    <p:spTree>
      <p:nvGrpSpPr>
        <p:cNvPr id="1" name=""/>
        <p:cNvGrpSpPr/>
        <p:nvPr/>
      </p:nvGrpSpPr>
      <p:grpSpPr>
        <a:xfrm>
          <a:off x="0" y="0"/>
          <a:ext cx="0" cy="0"/>
          <a:chOff x="0" y="0"/>
          <a:chExt cx="0" cy="0"/>
        </a:xfrm>
      </p:grpSpPr>
      <p:sp>
        <p:nvSpPr>
          <p:cNvPr id="5" name="Inhaltsplatzhalter 3"/>
          <p:cNvSpPr>
            <a:spLocks noGrp="1"/>
          </p:cNvSpPr>
          <p:nvPr>
            <p:ph sz="half" idx="10"/>
          </p:nvPr>
        </p:nvSpPr>
        <p:spPr>
          <a:xfrm>
            <a:off x="323428" y="1196975"/>
            <a:ext cx="8620547" cy="2520057"/>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3" name="Titel 2"/>
          <p:cNvSpPr>
            <a:spLocks noGrp="1"/>
          </p:cNvSpPr>
          <p:nvPr>
            <p:ph type="title"/>
          </p:nvPr>
        </p:nvSpPr>
        <p:spPr/>
        <p:txBody>
          <a:bodyPr/>
          <a:lstStyle/>
          <a:p>
            <a:r>
              <a:rPr lang="de-DE"/>
              <a:t>Mastertitelformat bearbeiten</a:t>
            </a:r>
          </a:p>
        </p:txBody>
      </p:sp>
      <p:sp>
        <p:nvSpPr>
          <p:cNvPr id="9" name="Inhaltsplatzhalter 3"/>
          <p:cNvSpPr>
            <a:spLocks noGrp="1"/>
          </p:cNvSpPr>
          <p:nvPr>
            <p:ph sz="half" idx="12"/>
          </p:nvPr>
        </p:nvSpPr>
        <p:spPr>
          <a:xfrm>
            <a:off x="323428" y="3855343"/>
            <a:ext cx="8620547" cy="2520057"/>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3743911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Text und zwei Inhalte">
    <p:spTree>
      <p:nvGrpSpPr>
        <p:cNvPr id="1" name=""/>
        <p:cNvGrpSpPr/>
        <p:nvPr/>
      </p:nvGrpSpPr>
      <p:grpSpPr>
        <a:xfrm>
          <a:off x="0" y="0"/>
          <a:ext cx="0" cy="0"/>
          <a:chOff x="0" y="0"/>
          <a:chExt cx="0" cy="0"/>
        </a:xfrm>
      </p:grpSpPr>
      <p:sp>
        <p:nvSpPr>
          <p:cNvPr id="10" name="Inhaltsplatzhalter 2"/>
          <p:cNvSpPr>
            <a:spLocks noGrp="1"/>
          </p:cNvSpPr>
          <p:nvPr>
            <p:ph sz="half" idx="1"/>
          </p:nvPr>
        </p:nvSpPr>
        <p:spPr>
          <a:xfrm>
            <a:off x="323428" y="1196975"/>
            <a:ext cx="4357747" cy="517842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 name="Inhaltsplatzhalter 3"/>
          <p:cNvSpPr>
            <a:spLocks noGrp="1"/>
          </p:cNvSpPr>
          <p:nvPr>
            <p:ph sz="half" idx="10"/>
          </p:nvPr>
        </p:nvSpPr>
        <p:spPr>
          <a:xfrm>
            <a:off x="4788703" y="1195983"/>
            <a:ext cx="4157238" cy="252035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2" name="Inhaltsplatzhalter 3"/>
          <p:cNvSpPr>
            <a:spLocks noGrp="1"/>
          </p:cNvSpPr>
          <p:nvPr>
            <p:ph sz="half" idx="11"/>
          </p:nvPr>
        </p:nvSpPr>
        <p:spPr>
          <a:xfrm>
            <a:off x="4788023" y="3861048"/>
            <a:ext cx="4157917" cy="252035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3" name="Titel 2"/>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1479220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zwei Texte und Inhalt">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a:t>Mastertitelformat bearbeiten</a:t>
            </a:r>
          </a:p>
        </p:txBody>
      </p:sp>
      <p:sp>
        <p:nvSpPr>
          <p:cNvPr id="7" name="Inhaltsplatzhalter 2"/>
          <p:cNvSpPr>
            <a:spLocks noGrp="1"/>
          </p:cNvSpPr>
          <p:nvPr>
            <p:ph sz="half" idx="1"/>
          </p:nvPr>
        </p:nvSpPr>
        <p:spPr>
          <a:xfrm>
            <a:off x="4572000" y="1203970"/>
            <a:ext cx="4357747" cy="517842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Inhaltsplatzhalter 3"/>
          <p:cNvSpPr>
            <a:spLocks noGrp="1"/>
          </p:cNvSpPr>
          <p:nvPr>
            <p:ph sz="half" idx="10"/>
          </p:nvPr>
        </p:nvSpPr>
        <p:spPr>
          <a:xfrm>
            <a:off x="323428" y="1196975"/>
            <a:ext cx="4157238" cy="252035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Inhaltsplatzhalter 3"/>
          <p:cNvSpPr>
            <a:spLocks noGrp="1"/>
          </p:cNvSpPr>
          <p:nvPr>
            <p:ph sz="half" idx="11"/>
          </p:nvPr>
        </p:nvSpPr>
        <p:spPr>
          <a:xfrm>
            <a:off x="322748" y="3862040"/>
            <a:ext cx="4157917" cy="2520355"/>
          </a:xfrm>
          <a:prstGeom prst="rect">
            <a:avLst/>
          </a:prstGeom>
        </p:spPr>
        <p:txBody>
          <a:bodyPr/>
          <a:lstStyle>
            <a:lvl1pPr>
              <a:lnSpc>
                <a:spcPct val="100000"/>
              </a:lnSpc>
              <a:defRPr/>
            </a:lvl1pPr>
            <a:lvl2pPr>
              <a:lnSpc>
                <a:spcPct val="100000"/>
              </a:lnSpc>
              <a:defRPr/>
            </a:lvl2pPr>
            <a:lvl3pPr>
              <a:lnSpc>
                <a:spcPct val="100000"/>
              </a:lnSpc>
              <a:defRPr/>
            </a:lvl3pPr>
            <a:lvl4pPr>
              <a:lnSpc>
                <a:spcPct val="100000"/>
              </a:lnSpc>
              <a:defRPr/>
            </a:lvl4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Tree>
    <p:extLst>
      <p:ext uri="{BB962C8B-B14F-4D97-AF65-F5344CB8AC3E}">
        <p14:creationId xmlns:p14="http://schemas.microsoft.com/office/powerpoint/2010/main" val="301946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a:t>Mastertitelformat bearbeiten</a:t>
            </a:r>
          </a:p>
        </p:txBody>
      </p:sp>
    </p:spTree>
    <p:extLst>
      <p:ext uri="{BB962C8B-B14F-4D97-AF65-F5344CB8AC3E}">
        <p14:creationId xmlns:p14="http://schemas.microsoft.com/office/powerpoint/2010/main" val="681795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210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Vollbild">
    <p:spTree>
      <p:nvGrpSpPr>
        <p:cNvPr id="1" name=""/>
        <p:cNvGrpSpPr/>
        <p:nvPr/>
      </p:nvGrpSpPr>
      <p:grpSpPr>
        <a:xfrm>
          <a:off x="0" y="0"/>
          <a:ext cx="0" cy="0"/>
          <a:chOff x="0" y="0"/>
          <a:chExt cx="0" cy="0"/>
        </a:xfrm>
      </p:grpSpPr>
      <p:sp>
        <p:nvSpPr>
          <p:cNvPr id="4" name="Bildplatzhalter 3"/>
          <p:cNvSpPr>
            <a:spLocks noGrp="1"/>
          </p:cNvSpPr>
          <p:nvPr>
            <p:ph type="pic" sz="quarter" idx="10"/>
          </p:nvPr>
        </p:nvSpPr>
        <p:spPr>
          <a:xfrm>
            <a:off x="0" y="0"/>
            <a:ext cx="9144000" cy="6858000"/>
          </a:xfrm>
        </p:spPr>
        <p:txBody>
          <a:bodyPr/>
          <a:lstStyle/>
          <a:p>
            <a:r>
              <a:rPr lang="de-DE"/>
              <a:t>Bild durch Klicken auf Symbol hinzufügen</a:t>
            </a:r>
          </a:p>
        </p:txBody>
      </p:sp>
    </p:spTree>
    <p:extLst>
      <p:ext uri="{BB962C8B-B14F-4D97-AF65-F5344CB8AC3E}">
        <p14:creationId xmlns:p14="http://schemas.microsoft.com/office/powerpoint/2010/main" val="3004853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eiß">
    <p:spTree>
      <p:nvGrpSpPr>
        <p:cNvPr id="1" name=""/>
        <p:cNvGrpSpPr/>
        <p:nvPr/>
      </p:nvGrpSpPr>
      <p:grpSpPr>
        <a:xfrm>
          <a:off x="0" y="0"/>
          <a:ext cx="0" cy="0"/>
          <a:chOff x="0" y="0"/>
          <a:chExt cx="0" cy="0"/>
        </a:xfrm>
      </p:grpSpPr>
    </p:spTree>
    <p:extLst>
      <p:ext uri="{BB962C8B-B14F-4D97-AF65-F5344CB8AC3E}">
        <p14:creationId xmlns:p14="http://schemas.microsoft.com/office/powerpoint/2010/main" val="687092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chwarz">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777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Text Box 9"/>
          <p:cNvSpPr txBox="1">
            <a:spLocks noChangeArrowheads="1"/>
          </p:cNvSpPr>
          <p:nvPr/>
        </p:nvSpPr>
        <p:spPr bwMode="auto">
          <a:xfrm>
            <a:off x="6987398" y="6589713"/>
            <a:ext cx="1951038" cy="152400"/>
          </a:xfrm>
          <a:prstGeom prst="rect">
            <a:avLst/>
          </a:prstGeom>
          <a:noFill/>
          <a:ln w="9525">
            <a:noFill/>
            <a:miter lim="800000"/>
            <a:headEnd/>
            <a:tailEnd/>
          </a:ln>
          <a:effectLst/>
        </p:spPr>
        <p:txBody>
          <a:bodyPr lIns="0" tIns="0" rIns="0" bIns="0">
            <a:spAutoFit/>
          </a:bodyPr>
          <a:lstStyle>
            <a:lvl1pPr eaLnBrk="0" hangingPunct="0">
              <a:defRPr sz="2000" b="1">
                <a:solidFill>
                  <a:srgbClr val="FFFFFF"/>
                </a:solidFill>
                <a:latin typeface="Trebuchet MS" charset="0"/>
                <a:ea typeface="ＭＳ Ｐゴシック" charset="0"/>
                <a:cs typeface="ＭＳ Ｐゴシック" charset="0"/>
              </a:defRPr>
            </a:lvl1pPr>
            <a:lvl2pPr marL="37931725" indent="-37474525" eaLnBrk="0" hangingPunct="0">
              <a:defRPr sz="2000" b="1">
                <a:solidFill>
                  <a:srgbClr val="FFFFFF"/>
                </a:solidFill>
                <a:latin typeface="Trebuchet MS" charset="0"/>
                <a:ea typeface="ＭＳ Ｐゴシック" charset="0"/>
              </a:defRPr>
            </a:lvl2pPr>
            <a:lvl3pPr eaLnBrk="0" hangingPunct="0">
              <a:defRPr sz="2000" b="1">
                <a:solidFill>
                  <a:srgbClr val="FFFFFF"/>
                </a:solidFill>
                <a:latin typeface="Trebuchet MS" charset="0"/>
                <a:ea typeface="ＭＳ Ｐゴシック" charset="0"/>
              </a:defRPr>
            </a:lvl3pPr>
            <a:lvl4pPr eaLnBrk="0" hangingPunct="0">
              <a:defRPr sz="2000" b="1">
                <a:solidFill>
                  <a:srgbClr val="FFFFFF"/>
                </a:solidFill>
                <a:latin typeface="Trebuchet MS" charset="0"/>
                <a:ea typeface="ＭＳ Ｐゴシック" charset="0"/>
              </a:defRPr>
            </a:lvl4pPr>
            <a:lvl5pPr eaLnBrk="0" hangingPunct="0">
              <a:defRPr sz="2000" b="1">
                <a:solidFill>
                  <a:srgbClr val="FFFFFF"/>
                </a:solidFill>
                <a:latin typeface="Trebuchet MS" charset="0"/>
                <a:ea typeface="ＭＳ Ｐゴシック" charset="0"/>
              </a:defRPr>
            </a:lvl5pPr>
            <a:lvl6pPr marL="457200" eaLnBrk="0" fontAlgn="base" hangingPunct="0">
              <a:spcBef>
                <a:spcPct val="0"/>
              </a:spcBef>
              <a:spcAft>
                <a:spcPct val="0"/>
              </a:spcAft>
              <a:defRPr sz="2000" b="1">
                <a:solidFill>
                  <a:srgbClr val="FFFFFF"/>
                </a:solidFill>
                <a:latin typeface="Trebuchet MS" charset="0"/>
                <a:ea typeface="ＭＳ Ｐゴシック" charset="0"/>
              </a:defRPr>
            </a:lvl6pPr>
            <a:lvl7pPr marL="914400" eaLnBrk="0" fontAlgn="base" hangingPunct="0">
              <a:spcBef>
                <a:spcPct val="0"/>
              </a:spcBef>
              <a:spcAft>
                <a:spcPct val="0"/>
              </a:spcAft>
              <a:defRPr sz="2000" b="1">
                <a:solidFill>
                  <a:srgbClr val="FFFFFF"/>
                </a:solidFill>
                <a:latin typeface="Trebuchet MS" charset="0"/>
                <a:ea typeface="ＭＳ Ｐゴシック" charset="0"/>
              </a:defRPr>
            </a:lvl7pPr>
            <a:lvl8pPr marL="1371600" eaLnBrk="0" fontAlgn="base" hangingPunct="0">
              <a:spcBef>
                <a:spcPct val="0"/>
              </a:spcBef>
              <a:spcAft>
                <a:spcPct val="0"/>
              </a:spcAft>
              <a:defRPr sz="2000" b="1">
                <a:solidFill>
                  <a:srgbClr val="FFFFFF"/>
                </a:solidFill>
                <a:latin typeface="Trebuchet MS" charset="0"/>
                <a:ea typeface="ＭＳ Ｐゴシック" charset="0"/>
              </a:defRPr>
            </a:lvl8pPr>
            <a:lvl9pPr marL="1828800" eaLnBrk="0" fontAlgn="base" hangingPunct="0">
              <a:spcBef>
                <a:spcPct val="0"/>
              </a:spcBef>
              <a:spcAft>
                <a:spcPct val="0"/>
              </a:spcAft>
              <a:defRPr sz="2000" b="1">
                <a:solidFill>
                  <a:srgbClr val="FFFFFF"/>
                </a:solidFill>
                <a:latin typeface="Trebuchet MS" charset="0"/>
                <a:ea typeface="ＭＳ Ｐゴシック" charset="0"/>
              </a:defRPr>
            </a:lvl9pPr>
          </a:lstStyle>
          <a:p>
            <a:pPr algn="r" eaLnBrk="1" hangingPunct="1">
              <a:spcBef>
                <a:spcPct val="50000"/>
              </a:spcBef>
            </a:pPr>
            <a:fld id="{D00BB387-8A7E-6B46-B7AE-80A36C7ECCB5}" type="datetime1">
              <a:rPr lang="de-DE" sz="1000" b="0">
                <a:solidFill>
                  <a:srgbClr val="868686"/>
                </a:solidFill>
                <a:latin typeface="Univers LT 45 Light"/>
                <a:cs typeface="Univers LT 45 Light"/>
              </a:rPr>
              <a:pPr algn="r" eaLnBrk="1" hangingPunct="1">
                <a:spcBef>
                  <a:spcPct val="50000"/>
                </a:spcBef>
              </a:pPr>
              <a:t>26.11.2017</a:t>
            </a:fld>
            <a:r>
              <a:rPr lang="de-DE" sz="1000" b="0" dirty="0">
                <a:solidFill>
                  <a:schemeClr val="tx1"/>
                </a:solidFill>
                <a:latin typeface="Univers LT 45 Light"/>
                <a:cs typeface="Univers LT 45 Light"/>
              </a:rPr>
              <a:t>  </a:t>
            </a:r>
            <a:r>
              <a:rPr lang="de-DE" sz="1000" b="0" dirty="0">
                <a:solidFill>
                  <a:srgbClr val="003266"/>
                </a:solidFill>
                <a:latin typeface="Univers LT 45 Light"/>
                <a:cs typeface="Univers LT 45 Light"/>
              </a:rPr>
              <a:t>////</a:t>
            </a:r>
            <a:r>
              <a:rPr lang="de-DE" sz="1000" b="0" dirty="0">
                <a:solidFill>
                  <a:srgbClr val="868686"/>
                </a:solidFill>
                <a:latin typeface="Univers LT 45 Light"/>
                <a:cs typeface="Univers LT 45 Light"/>
              </a:rPr>
              <a:t>  Seite </a:t>
            </a:r>
            <a:fld id="{121C3289-EA21-BA43-9E48-8A6BCB5D2373}" type="slidenum">
              <a:rPr lang="de-DE" sz="1000" b="0">
                <a:solidFill>
                  <a:srgbClr val="868686"/>
                </a:solidFill>
                <a:latin typeface="Univers LT 45 Light"/>
                <a:cs typeface="Univers LT 45 Light"/>
              </a:rPr>
              <a:pPr algn="r" eaLnBrk="1" hangingPunct="1">
                <a:spcBef>
                  <a:spcPct val="50000"/>
                </a:spcBef>
              </a:pPr>
              <a:t>‹Nr.›</a:t>
            </a:fld>
            <a:endParaRPr lang="de-DE" sz="1000" b="0" dirty="0">
              <a:solidFill>
                <a:srgbClr val="868686"/>
              </a:solidFill>
              <a:latin typeface="Univers LT 45 Light"/>
              <a:cs typeface="Univers LT 45 Light"/>
            </a:endParaRPr>
          </a:p>
        </p:txBody>
      </p:sp>
      <p:sp>
        <p:nvSpPr>
          <p:cNvPr id="1036" name="Text Box 12"/>
          <p:cNvSpPr txBox="1">
            <a:spLocks noChangeArrowheads="1"/>
          </p:cNvSpPr>
          <p:nvPr/>
        </p:nvSpPr>
        <p:spPr bwMode="auto">
          <a:xfrm>
            <a:off x="323428" y="6589713"/>
            <a:ext cx="2304281" cy="151655"/>
          </a:xfrm>
          <a:prstGeom prst="rect">
            <a:avLst/>
          </a:prstGeom>
          <a:noFill/>
          <a:ln w="9525">
            <a:noFill/>
            <a:miter lim="800000"/>
            <a:headEnd/>
            <a:tailEnd/>
          </a:ln>
          <a:effectLst/>
        </p:spPr>
        <p:txBody>
          <a:bodyPr lIns="0" tIns="0" rIns="0" bIns="0"/>
          <a:lstStyle/>
          <a:p>
            <a:pPr>
              <a:spcBef>
                <a:spcPct val="50000"/>
              </a:spcBef>
              <a:defRPr/>
            </a:pPr>
            <a:r>
              <a:rPr lang="de-DE" sz="1000" b="0" dirty="0">
                <a:solidFill>
                  <a:srgbClr val="868686"/>
                </a:solidFill>
                <a:latin typeface="Univers LT 45 Light"/>
                <a:ea typeface="ＭＳ Ｐゴシック" charset="-128"/>
                <a:cs typeface="Univers LT 45 Light"/>
              </a:rPr>
              <a:t>WPS – </a:t>
            </a:r>
            <a:r>
              <a:rPr lang="de-DE" sz="1000" b="0" dirty="0" err="1">
                <a:solidFill>
                  <a:srgbClr val="868686"/>
                </a:solidFill>
                <a:latin typeface="Univers LT 45 Light"/>
                <a:ea typeface="ＭＳ Ｐゴシック" charset="-128"/>
                <a:cs typeface="Univers LT 45 Light"/>
              </a:rPr>
              <a:t>Workplace</a:t>
            </a:r>
            <a:r>
              <a:rPr lang="de-DE" sz="1000" b="0" baseline="0" dirty="0">
                <a:solidFill>
                  <a:srgbClr val="868686"/>
                </a:solidFill>
                <a:latin typeface="Univers LT 45 Light"/>
                <a:ea typeface="ＭＳ Ｐゴシック" charset="-128"/>
                <a:cs typeface="Univers LT 45 Light"/>
              </a:rPr>
              <a:t> Solutions</a:t>
            </a:r>
            <a:r>
              <a:rPr lang="de-DE" sz="1000" b="0" dirty="0">
                <a:solidFill>
                  <a:srgbClr val="868686"/>
                </a:solidFill>
                <a:latin typeface="Univers LT 45 Light"/>
                <a:ea typeface="ＭＳ Ｐゴシック" charset="-128"/>
                <a:cs typeface="Univers LT 45 Light"/>
              </a:rPr>
              <a:t> GmbH</a:t>
            </a:r>
          </a:p>
        </p:txBody>
      </p:sp>
      <p:pic>
        <p:nvPicPr>
          <p:cNvPr id="4" name="Bild 3"/>
          <p:cNvPicPr>
            <a:picLocks noChangeAspect="1"/>
          </p:cNvPicPr>
          <p:nvPr userDrawn="1"/>
        </p:nvPicPr>
        <p:blipFill>
          <a:blip r:embed="rId14"/>
          <a:stretch>
            <a:fillRect/>
          </a:stretch>
        </p:blipFill>
        <p:spPr>
          <a:xfrm>
            <a:off x="8219299" y="188640"/>
            <a:ext cx="719137" cy="719137"/>
          </a:xfrm>
          <a:prstGeom prst="rect">
            <a:avLst/>
          </a:prstGeom>
        </p:spPr>
      </p:pic>
      <p:pic>
        <p:nvPicPr>
          <p:cNvPr id="5" name="Bild 4"/>
          <p:cNvPicPr>
            <a:picLocks/>
          </p:cNvPicPr>
          <p:nvPr userDrawn="1"/>
        </p:nvPicPr>
        <p:blipFill>
          <a:blip r:embed="rId15"/>
          <a:stretch>
            <a:fillRect/>
          </a:stretch>
        </p:blipFill>
        <p:spPr>
          <a:xfrm>
            <a:off x="0" y="0"/>
            <a:ext cx="108000" cy="6872400"/>
          </a:xfrm>
          <a:prstGeom prst="rect">
            <a:avLst/>
          </a:prstGeom>
        </p:spPr>
      </p:pic>
      <p:sp>
        <p:nvSpPr>
          <p:cNvPr id="2" name="Titelplatzhalter 1"/>
          <p:cNvSpPr>
            <a:spLocks noGrp="1"/>
          </p:cNvSpPr>
          <p:nvPr>
            <p:ph type="title"/>
          </p:nvPr>
        </p:nvSpPr>
        <p:spPr>
          <a:xfrm>
            <a:off x="323428" y="186446"/>
            <a:ext cx="7704956" cy="721332"/>
          </a:xfrm>
          <a:prstGeom prst="rect">
            <a:avLst/>
          </a:prstGeom>
        </p:spPr>
        <p:txBody>
          <a:bodyPr vert="horz" lIns="0" tIns="45720" rIns="0" bIns="0" rtlCol="0" anchor="ctr">
            <a:normAutofit/>
          </a:bodyPr>
          <a:lstStyle/>
          <a:p>
            <a:r>
              <a:rPr lang="de-DE" dirty="0"/>
              <a:t>Titelmasterformat durch Klicken bearbeiten</a:t>
            </a:r>
          </a:p>
        </p:txBody>
      </p:sp>
      <p:sp>
        <p:nvSpPr>
          <p:cNvPr id="3" name="Textplatzhalter 2"/>
          <p:cNvSpPr>
            <a:spLocks noGrp="1"/>
          </p:cNvSpPr>
          <p:nvPr>
            <p:ph type="body" idx="1"/>
          </p:nvPr>
        </p:nvSpPr>
        <p:spPr>
          <a:xfrm>
            <a:off x="323428" y="1196752"/>
            <a:ext cx="8615008" cy="5184576"/>
          </a:xfrm>
          <a:prstGeom prst="rect">
            <a:avLst/>
          </a:prstGeom>
        </p:spPr>
        <p:txBody>
          <a:bodyPr vert="horz" lIns="0" tIns="45720" rIns="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cSld>
  <p:clrMap bg1="lt1" tx1="dk1" bg2="lt2" tx2="dk2" accent1="accent1" accent2="accent2" accent3="accent3" accent4="accent4" accent5="accent5" accent6="accent6" hlink="hlink" folHlink="folHlink"/>
  <p:sldLayoutIdLst>
    <p:sldLayoutId id="2147483890" r:id="rId1"/>
    <p:sldLayoutId id="2147483884" r:id="rId2"/>
    <p:sldLayoutId id="2147483895" r:id="rId3"/>
    <p:sldLayoutId id="2147483885" r:id="rId4"/>
    <p:sldLayoutId id="2147483886" r:id="rId5"/>
    <p:sldLayoutId id="2147483887" r:id="rId6"/>
    <p:sldLayoutId id="2147483888" r:id="rId7"/>
    <p:sldLayoutId id="2147483894" r:id="rId8"/>
    <p:sldLayoutId id="2147483891" r:id="rId9"/>
    <p:sldLayoutId id="2147483896" r:id="rId10"/>
    <p:sldLayoutId id="2147483892" r:id="rId11"/>
    <p:sldLayoutId id="2147483893" r:id="rId12"/>
  </p:sldLayoutIdLst>
  <p:txStyles>
    <p:titleStyle>
      <a:lvl1pPr marL="0" indent="-1588" algn="l" rtl="0" eaLnBrk="1" fontAlgn="base" hangingPunct="1">
        <a:lnSpc>
          <a:spcPts val="2200"/>
        </a:lnSpc>
        <a:spcBef>
          <a:spcPct val="0"/>
        </a:spcBef>
        <a:spcAft>
          <a:spcPct val="0"/>
        </a:spcAft>
        <a:defRPr sz="2200">
          <a:solidFill>
            <a:srgbClr val="092F53"/>
          </a:solidFill>
          <a:latin typeface="Univers LT 45 Light"/>
          <a:ea typeface="ＭＳ Ｐゴシック" pitchFamily="-111" charset="-128"/>
          <a:cs typeface="Univers LT 45 Light"/>
        </a:defRPr>
      </a:lvl1pPr>
      <a:lvl2pPr marL="182563" indent="-1588" algn="l" rtl="0" eaLnBrk="1" fontAlgn="base" hangingPunct="1">
        <a:lnSpc>
          <a:spcPts val="2200"/>
        </a:lnSpc>
        <a:spcBef>
          <a:spcPct val="0"/>
        </a:spcBef>
        <a:spcAft>
          <a:spcPct val="0"/>
        </a:spcAft>
        <a:defRPr sz="2200">
          <a:solidFill>
            <a:srgbClr val="FFFFFF"/>
          </a:solidFill>
          <a:latin typeface="Trebuchet MS" charset="0"/>
          <a:ea typeface="ＭＳ Ｐゴシック" pitchFamily="-111" charset="-128"/>
          <a:cs typeface="ＭＳ Ｐゴシック" pitchFamily="-111" charset="-128"/>
        </a:defRPr>
      </a:lvl2pPr>
      <a:lvl3pPr marL="182563" indent="-1588" algn="l" rtl="0" eaLnBrk="1" fontAlgn="base" hangingPunct="1">
        <a:lnSpc>
          <a:spcPts val="2200"/>
        </a:lnSpc>
        <a:spcBef>
          <a:spcPct val="0"/>
        </a:spcBef>
        <a:spcAft>
          <a:spcPct val="0"/>
        </a:spcAft>
        <a:defRPr sz="2200">
          <a:solidFill>
            <a:srgbClr val="FFFFFF"/>
          </a:solidFill>
          <a:latin typeface="Trebuchet MS" charset="0"/>
          <a:ea typeface="ＭＳ Ｐゴシック" pitchFamily="-111" charset="-128"/>
          <a:cs typeface="ＭＳ Ｐゴシック" pitchFamily="-111" charset="-128"/>
        </a:defRPr>
      </a:lvl3pPr>
      <a:lvl4pPr marL="182563" indent="-1588" algn="l" rtl="0" eaLnBrk="1" fontAlgn="base" hangingPunct="1">
        <a:lnSpc>
          <a:spcPts val="2200"/>
        </a:lnSpc>
        <a:spcBef>
          <a:spcPct val="0"/>
        </a:spcBef>
        <a:spcAft>
          <a:spcPct val="0"/>
        </a:spcAft>
        <a:defRPr sz="2200">
          <a:solidFill>
            <a:srgbClr val="FFFFFF"/>
          </a:solidFill>
          <a:latin typeface="Trebuchet MS" charset="0"/>
          <a:ea typeface="ＭＳ Ｐゴシック" pitchFamily="-111" charset="-128"/>
          <a:cs typeface="ＭＳ Ｐゴシック" pitchFamily="-111" charset="-128"/>
        </a:defRPr>
      </a:lvl4pPr>
      <a:lvl5pPr marL="182563" indent="-1588" algn="l" rtl="0" eaLnBrk="1" fontAlgn="base" hangingPunct="1">
        <a:lnSpc>
          <a:spcPts val="2200"/>
        </a:lnSpc>
        <a:spcBef>
          <a:spcPct val="0"/>
        </a:spcBef>
        <a:spcAft>
          <a:spcPct val="0"/>
        </a:spcAft>
        <a:defRPr sz="2200">
          <a:solidFill>
            <a:srgbClr val="FFFFFF"/>
          </a:solidFill>
          <a:latin typeface="Trebuchet MS" charset="0"/>
          <a:ea typeface="ＭＳ Ｐゴシック" pitchFamily="-111" charset="-128"/>
          <a:cs typeface="ＭＳ Ｐゴシック" pitchFamily="-111" charset="-128"/>
        </a:defRPr>
      </a:lvl5pPr>
      <a:lvl6pPr marL="457200" algn="l" rtl="0" eaLnBrk="1" fontAlgn="base" hangingPunct="1">
        <a:lnSpc>
          <a:spcPts val="2200"/>
        </a:lnSpc>
        <a:spcBef>
          <a:spcPct val="0"/>
        </a:spcBef>
        <a:spcAft>
          <a:spcPct val="0"/>
        </a:spcAft>
        <a:defRPr sz="2200">
          <a:solidFill>
            <a:srgbClr val="FFFFFF"/>
          </a:solidFill>
          <a:latin typeface="CachetBook" pitchFamily="2" charset="0"/>
        </a:defRPr>
      </a:lvl6pPr>
      <a:lvl7pPr marL="914400" algn="l" rtl="0" eaLnBrk="1" fontAlgn="base" hangingPunct="1">
        <a:lnSpc>
          <a:spcPts val="2200"/>
        </a:lnSpc>
        <a:spcBef>
          <a:spcPct val="0"/>
        </a:spcBef>
        <a:spcAft>
          <a:spcPct val="0"/>
        </a:spcAft>
        <a:defRPr sz="2200">
          <a:solidFill>
            <a:srgbClr val="FFFFFF"/>
          </a:solidFill>
          <a:latin typeface="CachetBook" pitchFamily="2" charset="0"/>
        </a:defRPr>
      </a:lvl7pPr>
      <a:lvl8pPr marL="1371600" algn="l" rtl="0" eaLnBrk="1" fontAlgn="base" hangingPunct="1">
        <a:lnSpc>
          <a:spcPts val="2200"/>
        </a:lnSpc>
        <a:spcBef>
          <a:spcPct val="0"/>
        </a:spcBef>
        <a:spcAft>
          <a:spcPct val="0"/>
        </a:spcAft>
        <a:defRPr sz="2200">
          <a:solidFill>
            <a:srgbClr val="FFFFFF"/>
          </a:solidFill>
          <a:latin typeface="CachetBook" pitchFamily="2" charset="0"/>
        </a:defRPr>
      </a:lvl8pPr>
      <a:lvl9pPr marL="1828800" algn="l" rtl="0" eaLnBrk="1" fontAlgn="base" hangingPunct="1">
        <a:lnSpc>
          <a:spcPts val="2200"/>
        </a:lnSpc>
        <a:spcBef>
          <a:spcPct val="0"/>
        </a:spcBef>
        <a:spcAft>
          <a:spcPct val="0"/>
        </a:spcAft>
        <a:defRPr sz="2200">
          <a:solidFill>
            <a:srgbClr val="FFFFFF"/>
          </a:solidFill>
          <a:latin typeface="CachetBook" pitchFamily="2" charset="0"/>
        </a:defRPr>
      </a:lvl9pPr>
    </p:titleStyle>
    <p:bodyStyle>
      <a:lvl1pPr marL="180975" indent="-180975" algn="l" rtl="0" eaLnBrk="1" fontAlgn="base" hangingPunct="1">
        <a:spcBef>
          <a:spcPct val="25000"/>
        </a:spcBef>
        <a:spcAft>
          <a:spcPct val="0"/>
        </a:spcAft>
        <a:buClr>
          <a:srgbClr val="003266"/>
        </a:buClr>
        <a:buFont typeface="Wingdings" charset="0"/>
        <a:buChar char="§"/>
        <a:defRPr sz="2000">
          <a:solidFill>
            <a:srgbClr val="5A5A5A"/>
          </a:solidFill>
          <a:latin typeface="Univers LT 45 Light"/>
          <a:ea typeface="ＭＳ Ｐゴシック" pitchFamily="-111" charset="-128"/>
          <a:cs typeface="Univers LT 45 Light"/>
        </a:defRPr>
      </a:lvl1pPr>
      <a:lvl2pPr marL="627063" indent="-180975" algn="l" rtl="0" eaLnBrk="1" fontAlgn="base" hangingPunct="1">
        <a:spcBef>
          <a:spcPct val="25000"/>
        </a:spcBef>
        <a:spcAft>
          <a:spcPct val="0"/>
        </a:spcAft>
        <a:buClr>
          <a:srgbClr val="003266"/>
        </a:buClr>
        <a:buFont typeface="Wingdings" charset="0"/>
        <a:buChar char="§"/>
        <a:defRPr sz="2000">
          <a:solidFill>
            <a:srgbClr val="5A5A5A"/>
          </a:solidFill>
          <a:latin typeface="Univers LT 45 Light"/>
          <a:ea typeface="ＭＳ Ｐゴシック" pitchFamily="-111" charset="-128"/>
          <a:cs typeface="Univers LT 45 Light"/>
        </a:defRPr>
      </a:lvl2pPr>
      <a:lvl3pPr marL="981075" indent="-174625" algn="l" rtl="0" eaLnBrk="1" fontAlgn="base" hangingPunct="1">
        <a:spcBef>
          <a:spcPct val="25000"/>
        </a:spcBef>
        <a:spcAft>
          <a:spcPct val="0"/>
        </a:spcAft>
        <a:buClr>
          <a:srgbClr val="003266"/>
        </a:buClr>
        <a:buFont typeface="Wingdings" charset="0"/>
        <a:buChar char="§"/>
        <a:defRPr sz="2000">
          <a:solidFill>
            <a:srgbClr val="5A5A5A"/>
          </a:solidFill>
          <a:latin typeface="Univers LT 45 Light"/>
          <a:ea typeface="ＭＳ Ｐゴシック" pitchFamily="-111" charset="-128"/>
          <a:cs typeface="Univers LT 45 Light"/>
        </a:defRPr>
      </a:lvl3pPr>
      <a:lvl4pPr marL="1341438" indent="-180975" algn="l" rtl="0" eaLnBrk="1" fontAlgn="base" hangingPunct="1">
        <a:spcBef>
          <a:spcPct val="25000"/>
        </a:spcBef>
        <a:spcAft>
          <a:spcPct val="0"/>
        </a:spcAft>
        <a:buClr>
          <a:srgbClr val="003266"/>
        </a:buClr>
        <a:buFont typeface="Wingdings" charset="0"/>
        <a:buChar char="§"/>
        <a:defRPr sz="2000">
          <a:solidFill>
            <a:srgbClr val="5A5A5A"/>
          </a:solidFill>
          <a:latin typeface="Univers LT 45 Light"/>
          <a:ea typeface="ＭＳ Ｐゴシック" pitchFamily="-111" charset="-128"/>
          <a:cs typeface="Univers LT 45 Light"/>
        </a:defRPr>
      </a:lvl4pPr>
      <a:lvl5pPr marL="1701800" indent="-180975" algn="l" rtl="0" eaLnBrk="1" fontAlgn="base" hangingPunct="1">
        <a:spcBef>
          <a:spcPct val="25000"/>
        </a:spcBef>
        <a:spcAft>
          <a:spcPct val="0"/>
        </a:spcAft>
        <a:buClr>
          <a:srgbClr val="003266"/>
        </a:buClr>
        <a:buFont typeface="Wingdings" charset="0"/>
        <a:buChar char="§"/>
        <a:defRPr sz="2000">
          <a:solidFill>
            <a:srgbClr val="5A5A5A"/>
          </a:solidFill>
          <a:latin typeface="Univers LT 45 Light"/>
          <a:ea typeface="ＭＳ Ｐゴシック" pitchFamily="-111" charset="-128"/>
          <a:cs typeface="Univers LT 45 Light"/>
        </a:defRPr>
      </a:lvl5pPr>
      <a:lvl6pPr marL="2159000" indent="-180975" algn="l" rtl="0" eaLnBrk="1" fontAlgn="base" hangingPunct="1">
        <a:lnSpc>
          <a:spcPts val="2800"/>
        </a:lnSpc>
        <a:spcBef>
          <a:spcPct val="25000"/>
        </a:spcBef>
        <a:spcAft>
          <a:spcPct val="0"/>
        </a:spcAft>
        <a:buClr>
          <a:srgbClr val="003266"/>
        </a:buClr>
        <a:buFont typeface="Wingdings" pitchFamily="-111" charset="2"/>
        <a:buChar char="§"/>
        <a:defRPr sz="2000">
          <a:solidFill>
            <a:srgbClr val="5A5A5A"/>
          </a:solidFill>
          <a:latin typeface="+mn-lt"/>
          <a:ea typeface="ＭＳ Ｐゴシック" pitchFamily="-111" charset="-128"/>
        </a:defRPr>
      </a:lvl6pPr>
      <a:lvl7pPr marL="2616200" indent="-180975" algn="l" rtl="0" eaLnBrk="1" fontAlgn="base" hangingPunct="1">
        <a:lnSpc>
          <a:spcPts val="2800"/>
        </a:lnSpc>
        <a:spcBef>
          <a:spcPct val="25000"/>
        </a:spcBef>
        <a:spcAft>
          <a:spcPct val="0"/>
        </a:spcAft>
        <a:buClr>
          <a:srgbClr val="003266"/>
        </a:buClr>
        <a:buFont typeface="Wingdings" pitchFamily="-111" charset="2"/>
        <a:buChar char="§"/>
        <a:defRPr sz="2000">
          <a:solidFill>
            <a:srgbClr val="5A5A5A"/>
          </a:solidFill>
          <a:latin typeface="+mn-lt"/>
          <a:ea typeface="ＭＳ Ｐゴシック" pitchFamily="-111" charset="-128"/>
        </a:defRPr>
      </a:lvl7pPr>
      <a:lvl8pPr marL="3073400" indent="-180975" algn="l" rtl="0" eaLnBrk="1" fontAlgn="base" hangingPunct="1">
        <a:lnSpc>
          <a:spcPts val="2800"/>
        </a:lnSpc>
        <a:spcBef>
          <a:spcPct val="25000"/>
        </a:spcBef>
        <a:spcAft>
          <a:spcPct val="0"/>
        </a:spcAft>
        <a:buClr>
          <a:srgbClr val="003266"/>
        </a:buClr>
        <a:buFont typeface="Wingdings" pitchFamily="-111" charset="2"/>
        <a:buChar char="§"/>
        <a:defRPr sz="2000">
          <a:solidFill>
            <a:srgbClr val="5A5A5A"/>
          </a:solidFill>
          <a:latin typeface="+mn-lt"/>
          <a:ea typeface="ＭＳ Ｐゴシック" pitchFamily="-111" charset="-128"/>
        </a:defRPr>
      </a:lvl8pPr>
      <a:lvl9pPr marL="3530600" indent="-180975" algn="l" rtl="0" eaLnBrk="1" fontAlgn="base" hangingPunct="1">
        <a:lnSpc>
          <a:spcPts val="2800"/>
        </a:lnSpc>
        <a:spcBef>
          <a:spcPct val="25000"/>
        </a:spcBef>
        <a:spcAft>
          <a:spcPct val="0"/>
        </a:spcAft>
        <a:buClr>
          <a:srgbClr val="003266"/>
        </a:buClr>
        <a:buFont typeface="Wingdings" pitchFamily="-111" charset="2"/>
        <a:buChar char="§"/>
        <a:defRPr sz="2000">
          <a:solidFill>
            <a:srgbClr val="5A5A5A"/>
          </a:solidFill>
          <a:latin typeface="+mn-lt"/>
          <a:ea typeface="ＭＳ Ｐゴシック" pitchFamily="-111" charset="-128"/>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npmjs.com/package/circular-dependency-plugi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A5BE33-D0FC-4E7F-B787-69CDE17DA1A7}"/>
              </a:ext>
            </a:extLst>
          </p:cNvPr>
          <p:cNvSpPr>
            <a:spLocks noGrp="1"/>
          </p:cNvSpPr>
          <p:nvPr>
            <p:ph type="ctrTitle"/>
          </p:nvPr>
        </p:nvSpPr>
        <p:spPr/>
        <p:txBody>
          <a:bodyPr>
            <a:normAutofit fontScale="90000"/>
          </a:bodyPr>
          <a:lstStyle/>
          <a:p>
            <a:r>
              <a:rPr lang="de-DE" dirty="0"/>
              <a:t>Angular @ BNetzA</a:t>
            </a:r>
          </a:p>
        </p:txBody>
      </p:sp>
      <p:sp>
        <p:nvSpPr>
          <p:cNvPr id="3" name="Untertitel 2">
            <a:extLst>
              <a:ext uri="{FF2B5EF4-FFF2-40B4-BE49-F238E27FC236}">
                <a16:creationId xmlns:a16="http://schemas.microsoft.com/office/drawing/2014/main" id="{4B6AC0E7-A8E9-44CA-A00F-16F8F52E201A}"/>
              </a:ext>
            </a:extLst>
          </p:cNvPr>
          <p:cNvSpPr>
            <a:spLocks noGrp="1"/>
          </p:cNvSpPr>
          <p:nvPr>
            <p:ph type="subTitle" idx="1"/>
          </p:nvPr>
        </p:nvSpPr>
        <p:spPr/>
        <p:txBody>
          <a:bodyPr/>
          <a:lstStyle/>
          <a:p>
            <a:endParaRPr lang="de-DE" dirty="0"/>
          </a:p>
        </p:txBody>
      </p:sp>
    </p:spTree>
    <p:extLst>
      <p:ext uri="{BB962C8B-B14F-4D97-AF65-F5344CB8AC3E}">
        <p14:creationId xmlns:p14="http://schemas.microsoft.com/office/powerpoint/2010/main" val="256340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Das ist RUDI II</a:t>
            </a:r>
          </a:p>
        </p:txBody>
      </p:sp>
      <p:pic>
        <p:nvPicPr>
          <p:cNvPr id="4" name="Grafik 3">
            <a:extLst>
              <a:ext uri="{FF2B5EF4-FFF2-40B4-BE49-F238E27FC236}">
                <a16:creationId xmlns:a16="http://schemas.microsoft.com/office/drawing/2014/main" id="{9A87A898-F93E-4E4F-AA6C-546CE8F88B0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91121" y="980728"/>
            <a:ext cx="7760969" cy="5394673"/>
          </a:xfrm>
          <a:prstGeom prst="rect">
            <a:avLst/>
          </a:prstGeom>
          <a:noFill/>
        </p:spPr>
      </p:pic>
      <p:sp>
        <p:nvSpPr>
          <p:cNvPr id="3" name="Ellipse 2">
            <a:extLst>
              <a:ext uri="{FF2B5EF4-FFF2-40B4-BE49-F238E27FC236}">
                <a16:creationId xmlns:a16="http://schemas.microsoft.com/office/drawing/2014/main" id="{D965B995-0FDD-4316-A0A5-F5C090DF620C}"/>
              </a:ext>
            </a:extLst>
          </p:cNvPr>
          <p:cNvSpPr/>
          <p:nvPr/>
        </p:nvSpPr>
        <p:spPr>
          <a:xfrm>
            <a:off x="491121" y="1301890"/>
            <a:ext cx="1200559" cy="432048"/>
          </a:xfrm>
          <a:prstGeom prst="ellipse">
            <a:avLst/>
          </a:prstGeom>
          <a:noFill/>
          <a:ln w="762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anchorCtr="0">
            <a:normAutofit fontScale="85000" lnSpcReduction="20000"/>
          </a:bodyPr>
          <a:lstStyle/>
          <a:p>
            <a:pPr marL="180975" indent="-180975" algn="ctr" eaLnBrk="0" hangingPunct="0">
              <a:spcBef>
                <a:spcPct val="25000"/>
              </a:spcBef>
              <a:buClr>
                <a:srgbClr val="003266"/>
              </a:buClr>
              <a:buFont typeface="Wingdings" pitchFamily="2" charset="2"/>
              <a:buChar char="§"/>
            </a:pPr>
            <a:endParaRPr lang="de-DE" dirty="0" err="1">
              <a:solidFill>
                <a:srgbClr val="5A5A5A"/>
              </a:solidFill>
              <a:ea typeface="ＭＳ Ｐゴシック" pitchFamily="-109" charset="-128"/>
              <a:cs typeface="ＭＳ Ｐゴシック" pitchFamily="-111" charset="-128"/>
            </a:endParaRPr>
          </a:p>
        </p:txBody>
      </p:sp>
      <p:sp>
        <p:nvSpPr>
          <p:cNvPr id="6" name="Ellipse 5">
            <a:extLst>
              <a:ext uri="{FF2B5EF4-FFF2-40B4-BE49-F238E27FC236}">
                <a16:creationId xmlns:a16="http://schemas.microsoft.com/office/drawing/2014/main" id="{18AC085D-9EA8-44D5-9382-DD7D403114CB}"/>
              </a:ext>
            </a:extLst>
          </p:cNvPr>
          <p:cNvSpPr/>
          <p:nvPr/>
        </p:nvSpPr>
        <p:spPr>
          <a:xfrm>
            <a:off x="795332" y="3095464"/>
            <a:ext cx="1200559" cy="432048"/>
          </a:xfrm>
          <a:prstGeom prst="ellipse">
            <a:avLst/>
          </a:prstGeom>
          <a:noFill/>
          <a:ln w="762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anchorCtr="0">
            <a:normAutofit fontScale="85000" lnSpcReduction="20000"/>
          </a:bodyPr>
          <a:lstStyle/>
          <a:p>
            <a:pPr marL="180975" indent="-180975" algn="ctr" eaLnBrk="0" hangingPunct="0">
              <a:spcBef>
                <a:spcPct val="25000"/>
              </a:spcBef>
              <a:buClr>
                <a:srgbClr val="003266"/>
              </a:buClr>
              <a:buFont typeface="Wingdings" pitchFamily="2" charset="2"/>
              <a:buChar char="§"/>
            </a:pPr>
            <a:endParaRPr lang="de-DE" dirty="0" err="1">
              <a:solidFill>
                <a:srgbClr val="5A5A5A"/>
              </a:solidFill>
              <a:ea typeface="ＭＳ Ｐゴシック" pitchFamily="-109" charset="-128"/>
              <a:cs typeface="ＭＳ Ｐゴシック" pitchFamily="-111" charset="-128"/>
            </a:endParaRPr>
          </a:p>
        </p:txBody>
      </p:sp>
      <p:sp>
        <p:nvSpPr>
          <p:cNvPr id="8" name="Ellipse 7">
            <a:extLst>
              <a:ext uri="{FF2B5EF4-FFF2-40B4-BE49-F238E27FC236}">
                <a16:creationId xmlns:a16="http://schemas.microsoft.com/office/drawing/2014/main" id="{509F8DC8-13A4-4D30-BA2D-0E6DB7352936}"/>
              </a:ext>
            </a:extLst>
          </p:cNvPr>
          <p:cNvSpPr/>
          <p:nvPr/>
        </p:nvSpPr>
        <p:spPr>
          <a:xfrm>
            <a:off x="-108520" y="2114700"/>
            <a:ext cx="3034615" cy="606593"/>
          </a:xfrm>
          <a:prstGeom prst="ellipse">
            <a:avLst/>
          </a:prstGeom>
          <a:solidFill>
            <a:schemeClr val="bg1"/>
          </a:solidFill>
          <a:ln w="762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nchorCtr="0">
            <a:normAutofit/>
          </a:bodyPr>
          <a:lstStyle/>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Rest + JSON </a:t>
            </a:r>
          </a:p>
        </p:txBody>
      </p:sp>
    </p:spTree>
    <p:extLst>
      <p:ext uri="{BB962C8B-B14F-4D97-AF65-F5344CB8AC3E}">
        <p14:creationId xmlns:p14="http://schemas.microsoft.com/office/powerpoint/2010/main" val="2307542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19A629FF-23A9-4DB0-AE95-CC186C941CA8}"/>
              </a:ext>
            </a:extLst>
          </p:cNvPr>
          <p:cNvPicPr>
            <a:picLocks noChangeAspect="1"/>
          </p:cNvPicPr>
          <p:nvPr/>
        </p:nvPicPr>
        <p:blipFill>
          <a:blip r:embed="rId2"/>
          <a:stretch>
            <a:fillRect/>
          </a:stretch>
        </p:blipFill>
        <p:spPr>
          <a:xfrm>
            <a:off x="467444" y="764704"/>
            <a:ext cx="7560940" cy="5722414"/>
          </a:xfrm>
          <a:prstGeom prst="rect">
            <a:avLst/>
          </a:prstGeom>
        </p:spPr>
      </p:pic>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Das sind RUDIs Angular-Components</a:t>
            </a:r>
          </a:p>
        </p:txBody>
      </p:sp>
      <p:grpSp>
        <p:nvGrpSpPr>
          <p:cNvPr id="19" name="Gruppieren 18">
            <a:extLst>
              <a:ext uri="{FF2B5EF4-FFF2-40B4-BE49-F238E27FC236}">
                <a16:creationId xmlns:a16="http://schemas.microsoft.com/office/drawing/2014/main" id="{54342599-58F0-4E1A-B769-8D146109F1F6}"/>
              </a:ext>
            </a:extLst>
          </p:cNvPr>
          <p:cNvGrpSpPr/>
          <p:nvPr/>
        </p:nvGrpSpPr>
        <p:grpSpPr>
          <a:xfrm>
            <a:off x="251519" y="692696"/>
            <a:ext cx="7920880" cy="5904656"/>
            <a:chOff x="251519" y="692696"/>
            <a:chExt cx="7920880" cy="5904656"/>
          </a:xfrm>
        </p:grpSpPr>
        <p:sp>
          <p:nvSpPr>
            <p:cNvPr id="18" name="Freihandform: Form 17">
              <a:extLst>
                <a:ext uri="{FF2B5EF4-FFF2-40B4-BE49-F238E27FC236}">
                  <a16:creationId xmlns:a16="http://schemas.microsoft.com/office/drawing/2014/main" id="{58A2F369-7CD3-4FB9-A68F-34F1C4CFC589}"/>
                </a:ext>
              </a:extLst>
            </p:cNvPr>
            <p:cNvSpPr/>
            <p:nvPr/>
          </p:nvSpPr>
          <p:spPr>
            <a:xfrm>
              <a:off x="251519" y="692696"/>
              <a:ext cx="7920880" cy="5904656"/>
            </a:xfrm>
            <a:custGeom>
              <a:avLst/>
              <a:gdLst>
                <a:gd name="connsiteX0" fmla="*/ 144016 w 7920880"/>
                <a:gd name="connsiteY0" fmla="*/ 3168352 h 5904656"/>
                <a:gd name="connsiteX1" fmla="*/ 144016 w 7920880"/>
                <a:gd name="connsiteY1" fmla="*/ 5544616 h 5904656"/>
                <a:gd name="connsiteX2" fmla="*/ 2736304 w 7920880"/>
                <a:gd name="connsiteY2" fmla="*/ 5544616 h 5904656"/>
                <a:gd name="connsiteX3" fmla="*/ 2736304 w 7920880"/>
                <a:gd name="connsiteY3" fmla="*/ 3168352 h 5904656"/>
                <a:gd name="connsiteX4" fmla="*/ 144016 w 7920880"/>
                <a:gd name="connsiteY4" fmla="*/ 1690936 h 5904656"/>
                <a:gd name="connsiteX5" fmla="*/ 144016 w 7920880"/>
                <a:gd name="connsiteY5" fmla="*/ 2412268 h 5904656"/>
                <a:gd name="connsiteX6" fmla="*/ 2736304 w 7920880"/>
                <a:gd name="connsiteY6" fmla="*/ 2412268 h 5904656"/>
                <a:gd name="connsiteX7" fmla="*/ 2736304 w 7920880"/>
                <a:gd name="connsiteY7" fmla="*/ 1690936 h 5904656"/>
                <a:gd name="connsiteX8" fmla="*/ 2952327 w 7920880"/>
                <a:gd name="connsiteY8" fmla="*/ 1224136 h 5904656"/>
                <a:gd name="connsiteX9" fmla="*/ 2952327 w 7920880"/>
                <a:gd name="connsiteY9" fmla="*/ 5544616 h 5904656"/>
                <a:gd name="connsiteX10" fmla="*/ 7488830 w 7920880"/>
                <a:gd name="connsiteY10" fmla="*/ 5544616 h 5904656"/>
                <a:gd name="connsiteX11" fmla="*/ 7488830 w 7920880"/>
                <a:gd name="connsiteY11" fmla="*/ 1224136 h 5904656"/>
                <a:gd name="connsiteX12" fmla="*/ 2448273 w 7920880"/>
                <a:gd name="connsiteY12" fmla="*/ 504056 h 5904656"/>
                <a:gd name="connsiteX13" fmla="*/ 2448273 w 7920880"/>
                <a:gd name="connsiteY13" fmla="*/ 1152128 h 5904656"/>
                <a:gd name="connsiteX14" fmla="*/ 7488831 w 7920880"/>
                <a:gd name="connsiteY14" fmla="*/ 1152128 h 5904656"/>
                <a:gd name="connsiteX15" fmla="*/ 7488831 w 7920880"/>
                <a:gd name="connsiteY15" fmla="*/ 504056 h 5904656"/>
                <a:gd name="connsiteX16" fmla="*/ 0 w 7920880"/>
                <a:gd name="connsiteY16" fmla="*/ 0 h 5904656"/>
                <a:gd name="connsiteX17" fmla="*/ 7920880 w 7920880"/>
                <a:gd name="connsiteY17" fmla="*/ 0 h 5904656"/>
                <a:gd name="connsiteX18" fmla="*/ 7920880 w 7920880"/>
                <a:gd name="connsiteY18" fmla="*/ 5904656 h 5904656"/>
                <a:gd name="connsiteX19" fmla="*/ 0 w 7920880"/>
                <a:gd name="connsiteY19" fmla="*/ 5904656 h 5904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920880" h="5904656">
                  <a:moveTo>
                    <a:pt x="144016" y="3168352"/>
                  </a:moveTo>
                  <a:lnTo>
                    <a:pt x="144016" y="5544616"/>
                  </a:lnTo>
                  <a:lnTo>
                    <a:pt x="2736304" y="5544616"/>
                  </a:lnTo>
                  <a:lnTo>
                    <a:pt x="2736304" y="3168352"/>
                  </a:lnTo>
                  <a:close/>
                  <a:moveTo>
                    <a:pt x="144016" y="1690936"/>
                  </a:moveTo>
                  <a:lnTo>
                    <a:pt x="144016" y="2412268"/>
                  </a:lnTo>
                  <a:lnTo>
                    <a:pt x="2736304" y="2412268"/>
                  </a:lnTo>
                  <a:lnTo>
                    <a:pt x="2736304" y="1690936"/>
                  </a:lnTo>
                  <a:close/>
                  <a:moveTo>
                    <a:pt x="2952327" y="1224136"/>
                  </a:moveTo>
                  <a:lnTo>
                    <a:pt x="2952327" y="5544616"/>
                  </a:lnTo>
                  <a:lnTo>
                    <a:pt x="7488830" y="5544616"/>
                  </a:lnTo>
                  <a:lnTo>
                    <a:pt x="7488830" y="1224136"/>
                  </a:lnTo>
                  <a:close/>
                  <a:moveTo>
                    <a:pt x="2448273" y="504056"/>
                  </a:moveTo>
                  <a:lnTo>
                    <a:pt x="2448273" y="1152128"/>
                  </a:lnTo>
                  <a:lnTo>
                    <a:pt x="7488831" y="1152128"/>
                  </a:lnTo>
                  <a:lnTo>
                    <a:pt x="7488831" y="504056"/>
                  </a:lnTo>
                  <a:close/>
                  <a:moveTo>
                    <a:pt x="0" y="0"/>
                  </a:moveTo>
                  <a:lnTo>
                    <a:pt x="7920880" y="0"/>
                  </a:lnTo>
                  <a:lnTo>
                    <a:pt x="7920880" y="5904656"/>
                  </a:lnTo>
                  <a:lnTo>
                    <a:pt x="0" y="5904656"/>
                  </a:lnTo>
                  <a:close/>
                </a:path>
              </a:pathLst>
            </a:custGeom>
            <a:solidFill>
              <a:schemeClr val="bg1">
                <a:alpha val="85000"/>
              </a:schemeClr>
            </a:solidFill>
            <a:ln w="57150">
              <a:no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eaLnBrk="0" hangingPunct="0">
                <a:spcBef>
                  <a:spcPct val="25000"/>
                </a:spcBef>
                <a:buClr>
                  <a:srgbClr val="003266"/>
                </a:buClr>
              </a:pPr>
              <a:r>
                <a:rPr lang="de-DE" sz="3200" dirty="0">
                  <a:solidFill>
                    <a:schemeClr val="bg1"/>
                  </a:solidFill>
                  <a:ea typeface="ＭＳ Ｐゴシック" pitchFamily="-109" charset="-128"/>
                </a:rPr>
                <a:t>  1</a:t>
              </a:r>
            </a:p>
          </p:txBody>
        </p:sp>
        <p:grpSp>
          <p:nvGrpSpPr>
            <p:cNvPr id="17" name="Gruppieren 16">
              <a:extLst>
                <a:ext uri="{FF2B5EF4-FFF2-40B4-BE49-F238E27FC236}">
                  <a16:creationId xmlns:a16="http://schemas.microsoft.com/office/drawing/2014/main" id="{C45E8608-84A9-4EF4-8B9C-0D07E3753B16}"/>
                </a:ext>
              </a:extLst>
            </p:cNvPr>
            <p:cNvGrpSpPr/>
            <p:nvPr/>
          </p:nvGrpSpPr>
          <p:grpSpPr>
            <a:xfrm>
              <a:off x="409082" y="1228122"/>
              <a:ext cx="7344815" cy="5040560"/>
              <a:chOff x="8964489" y="1349152"/>
              <a:chExt cx="7344815" cy="5040560"/>
            </a:xfrm>
          </p:grpSpPr>
          <p:sp>
            <p:nvSpPr>
              <p:cNvPr id="13" name="Rechteck 12">
                <a:extLst>
                  <a:ext uri="{FF2B5EF4-FFF2-40B4-BE49-F238E27FC236}">
                    <a16:creationId xmlns:a16="http://schemas.microsoft.com/office/drawing/2014/main" id="{ECCE9CC3-07F2-4110-B17D-E944A5B546AB}"/>
                  </a:ext>
                </a:extLst>
              </p:cNvPr>
              <p:cNvSpPr/>
              <p:nvPr/>
            </p:nvSpPr>
            <p:spPr>
              <a:xfrm>
                <a:off x="8964489" y="4013448"/>
                <a:ext cx="2592288" cy="2376264"/>
              </a:xfrm>
              <a:prstGeom prst="rect">
                <a:avLst/>
              </a:prstGeom>
              <a:solidFill>
                <a:schemeClr val="bg1">
                  <a:alpha val="28000"/>
                </a:schemeClr>
              </a:solidFill>
              <a:ln w="571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eaLnBrk="0" hangingPunct="0">
                  <a:spcBef>
                    <a:spcPct val="25000"/>
                  </a:spcBef>
                  <a:buClr>
                    <a:srgbClr val="003266"/>
                  </a:buClr>
                </a:pPr>
                <a:r>
                  <a:rPr lang="de-DE" sz="3200" dirty="0">
                    <a:solidFill>
                      <a:srgbClr val="5A5A5A"/>
                    </a:solidFill>
                    <a:ea typeface="ＭＳ Ｐゴシック" pitchFamily="-109" charset="-128"/>
                  </a:rPr>
                  <a:t>3</a:t>
                </a:r>
              </a:p>
            </p:txBody>
          </p:sp>
          <p:sp>
            <p:nvSpPr>
              <p:cNvPr id="14" name="Rechteck 13">
                <a:extLst>
                  <a:ext uri="{FF2B5EF4-FFF2-40B4-BE49-F238E27FC236}">
                    <a16:creationId xmlns:a16="http://schemas.microsoft.com/office/drawing/2014/main" id="{C123F7D9-D437-43E4-A706-A108E14C0D41}"/>
                  </a:ext>
                </a:extLst>
              </p:cNvPr>
              <p:cNvSpPr/>
              <p:nvPr/>
            </p:nvSpPr>
            <p:spPr>
              <a:xfrm>
                <a:off x="11772800" y="2069232"/>
                <a:ext cx="4536503" cy="4320480"/>
              </a:xfrm>
              <a:prstGeom prst="rect">
                <a:avLst/>
              </a:prstGeom>
              <a:solidFill>
                <a:schemeClr val="bg1">
                  <a:alpha val="28000"/>
                </a:schemeClr>
              </a:solidFill>
              <a:ln w="571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eaLnBrk="0" hangingPunct="0">
                  <a:spcBef>
                    <a:spcPct val="25000"/>
                  </a:spcBef>
                  <a:buClr>
                    <a:srgbClr val="003266"/>
                  </a:buClr>
                </a:pPr>
                <a:r>
                  <a:rPr lang="de-DE" sz="4000" dirty="0">
                    <a:solidFill>
                      <a:srgbClr val="5A5A5A"/>
                    </a:solidFill>
                    <a:ea typeface="ＭＳ Ｐゴシック" pitchFamily="-109" charset="-128"/>
                  </a:rPr>
                  <a:t>4</a:t>
                </a:r>
              </a:p>
            </p:txBody>
          </p:sp>
          <p:sp>
            <p:nvSpPr>
              <p:cNvPr id="15" name="Rechteck 14">
                <a:extLst>
                  <a:ext uri="{FF2B5EF4-FFF2-40B4-BE49-F238E27FC236}">
                    <a16:creationId xmlns:a16="http://schemas.microsoft.com/office/drawing/2014/main" id="{4950B56A-86BC-445D-B966-C5D9D415B397}"/>
                  </a:ext>
                </a:extLst>
              </p:cNvPr>
              <p:cNvSpPr/>
              <p:nvPr/>
            </p:nvSpPr>
            <p:spPr>
              <a:xfrm>
                <a:off x="8964489" y="2536032"/>
                <a:ext cx="2592288" cy="721332"/>
              </a:xfrm>
              <a:prstGeom prst="rect">
                <a:avLst/>
              </a:prstGeom>
              <a:solidFill>
                <a:schemeClr val="bg1">
                  <a:alpha val="28000"/>
                </a:schemeClr>
              </a:solidFill>
              <a:ln w="571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nchorCtr="0">
                <a:normAutofit/>
              </a:bodyPr>
              <a:lstStyle/>
              <a:p>
                <a:pPr algn="ctr" eaLnBrk="0" hangingPunct="0">
                  <a:spcBef>
                    <a:spcPct val="25000"/>
                  </a:spcBef>
                  <a:buClr>
                    <a:srgbClr val="003266"/>
                  </a:buClr>
                </a:pPr>
                <a:r>
                  <a:rPr lang="de-DE" sz="3200" dirty="0">
                    <a:solidFill>
                      <a:srgbClr val="5A5A5A"/>
                    </a:solidFill>
                    <a:ea typeface="ＭＳ Ｐゴシック" pitchFamily="-109" charset="-128"/>
                    <a:cs typeface="ＭＳ Ｐゴシック" pitchFamily="-111" charset="-128"/>
                  </a:rPr>
                  <a:t>2</a:t>
                </a:r>
              </a:p>
            </p:txBody>
          </p:sp>
          <p:sp>
            <p:nvSpPr>
              <p:cNvPr id="16" name="Rechteck 15">
                <a:extLst>
                  <a:ext uri="{FF2B5EF4-FFF2-40B4-BE49-F238E27FC236}">
                    <a16:creationId xmlns:a16="http://schemas.microsoft.com/office/drawing/2014/main" id="{F058F479-6C6D-4370-80F4-1A86938F0134}"/>
                  </a:ext>
                </a:extLst>
              </p:cNvPr>
              <p:cNvSpPr/>
              <p:nvPr/>
            </p:nvSpPr>
            <p:spPr>
              <a:xfrm>
                <a:off x="11268745" y="1349152"/>
                <a:ext cx="5040559" cy="648072"/>
              </a:xfrm>
              <a:prstGeom prst="rect">
                <a:avLst/>
              </a:prstGeom>
              <a:solidFill>
                <a:schemeClr val="bg1">
                  <a:alpha val="28000"/>
                </a:schemeClr>
              </a:solidFill>
              <a:ln w="57150">
                <a:solidFill>
                  <a:srgbClr val="FF0000"/>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eaLnBrk="0" hangingPunct="0">
                  <a:spcBef>
                    <a:spcPct val="25000"/>
                  </a:spcBef>
                  <a:buClr>
                    <a:srgbClr val="003266"/>
                  </a:buClr>
                </a:pPr>
                <a:r>
                  <a:rPr lang="de-DE" sz="3200" dirty="0">
                    <a:solidFill>
                      <a:schemeClr val="bg1"/>
                    </a:solidFill>
                    <a:ea typeface="ＭＳ Ｐゴシック" pitchFamily="-109" charset="-128"/>
                  </a:rPr>
                  <a:t>  1</a:t>
                </a:r>
              </a:p>
            </p:txBody>
          </p:sp>
        </p:grpSp>
      </p:grpSp>
    </p:spTree>
    <p:extLst>
      <p:ext uri="{BB962C8B-B14F-4D97-AF65-F5344CB8AC3E}">
        <p14:creationId xmlns:p14="http://schemas.microsoft.com/office/powerpoint/2010/main" val="331131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So sieht der Code aus</a:t>
            </a:r>
          </a:p>
        </p:txBody>
      </p:sp>
      <p:sp>
        <p:nvSpPr>
          <p:cNvPr id="7" name="Inhaltsplatzhalter 6">
            <a:extLst>
              <a:ext uri="{FF2B5EF4-FFF2-40B4-BE49-F238E27FC236}">
                <a16:creationId xmlns:a16="http://schemas.microsoft.com/office/drawing/2014/main" id="{93A732E3-606A-47F5-8197-3187DA8CA7E5}"/>
              </a:ext>
            </a:extLst>
          </p:cNvPr>
          <p:cNvSpPr>
            <a:spLocks noGrp="1"/>
          </p:cNvSpPr>
          <p:nvPr>
            <p:ph sz="quarter" idx="10"/>
          </p:nvPr>
        </p:nvSpPr>
        <p:spPr/>
        <p:txBody>
          <a:bodyPr>
            <a:normAutofit/>
          </a:bodyPr>
          <a:lstStyle/>
          <a:p>
            <a:pPr marL="0" indent="0">
              <a:buNone/>
            </a:pPr>
            <a:endParaRPr lang="de-DE" b="1" dirty="0"/>
          </a:p>
          <a:p>
            <a:pPr marL="0" indent="0">
              <a:buNone/>
            </a:pPr>
            <a:r>
              <a:rPr lang="de-DE" b="1" dirty="0"/>
              <a:t>Backend/</a:t>
            </a:r>
          </a:p>
          <a:p>
            <a:pPr marL="446088" lvl="1" indent="0">
              <a:buNone/>
            </a:pPr>
            <a:r>
              <a:rPr lang="de-DE" dirty="0" err="1"/>
              <a:t>src</a:t>
            </a:r>
            <a:r>
              <a:rPr lang="de-DE" dirty="0"/>
              <a:t>/</a:t>
            </a:r>
          </a:p>
          <a:p>
            <a:pPr marL="446088" lvl="1" indent="0">
              <a:buNone/>
            </a:pPr>
            <a:r>
              <a:rPr lang="de-DE" dirty="0">
                <a:solidFill>
                  <a:schemeClr val="bg1"/>
                </a:solidFill>
              </a:rPr>
              <a:t>pom.xml</a:t>
            </a:r>
          </a:p>
          <a:p>
            <a:pPr marL="446088" lvl="1" indent="0">
              <a:buNone/>
            </a:pPr>
            <a:r>
              <a:rPr lang="de-DE" i="1" dirty="0" err="1">
                <a:solidFill>
                  <a:schemeClr val="bg1"/>
                </a:solidFill>
              </a:rPr>
              <a:t>Dockerfile</a:t>
            </a:r>
            <a:endParaRPr lang="de-DE" i="1" dirty="0">
              <a:solidFill>
                <a:schemeClr val="bg1"/>
              </a:solidFill>
            </a:endParaRPr>
          </a:p>
          <a:p>
            <a:pPr marL="0" indent="0">
              <a:buNone/>
            </a:pPr>
            <a:r>
              <a:rPr lang="de-DE" b="1" dirty="0"/>
              <a:t>Frontend/</a:t>
            </a:r>
          </a:p>
          <a:p>
            <a:pPr marL="446088" lvl="1" indent="0">
              <a:buNone/>
            </a:pPr>
            <a:r>
              <a:rPr lang="de-DE" dirty="0" err="1"/>
              <a:t>src</a:t>
            </a:r>
            <a:r>
              <a:rPr lang="de-DE" dirty="0"/>
              <a:t>/</a:t>
            </a:r>
          </a:p>
          <a:p>
            <a:pPr marL="446088" lvl="1" indent="0">
              <a:buNone/>
            </a:pPr>
            <a:r>
              <a:rPr lang="de-DE" dirty="0"/>
              <a:t>angular/</a:t>
            </a:r>
          </a:p>
          <a:p>
            <a:pPr marL="446088" lvl="1" indent="0">
              <a:buNone/>
            </a:pPr>
            <a:r>
              <a:rPr lang="de-DE" dirty="0">
                <a:solidFill>
                  <a:schemeClr val="bg1"/>
                </a:solidFill>
              </a:rPr>
              <a:t>pom.xml</a:t>
            </a:r>
          </a:p>
          <a:p>
            <a:pPr marL="446088" lvl="1" indent="0">
              <a:buNone/>
            </a:pPr>
            <a:r>
              <a:rPr lang="de-DE" i="1" dirty="0" err="1">
                <a:solidFill>
                  <a:schemeClr val="bg1"/>
                </a:solidFill>
              </a:rPr>
              <a:t>Dockerfile</a:t>
            </a:r>
            <a:endParaRPr lang="de-DE" i="1" dirty="0">
              <a:solidFill>
                <a:schemeClr val="bg1"/>
              </a:solidFill>
            </a:endParaRPr>
          </a:p>
          <a:p>
            <a:pPr marL="0" indent="0">
              <a:buNone/>
            </a:pPr>
            <a:r>
              <a:rPr lang="de-DE" dirty="0">
                <a:solidFill>
                  <a:schemeClr val="bg1"/>
                </a:solidFill>
              </a:rPr>
              <a:t>pom.xml</a:t>
            </a:r>
          </a:p>
          <a:p>
            <a:pPr marL="0" indent="0">
              <a:buNone/>
            </a:pPr>
            <a:r>
              <a:rPr lang="de-DE" i="1" dirty="0" err="1">
                <a:solidFill>
                  <a:schemeClr val="bg1"/>
                </a:solidFill>
              </a:rPr>
              <a:t>docker-compose.yml</a:t>
            </a:r>
            <a:endParaRPr lang="de-DE" i="1" dirty="0">
              <a:solidFill>
                <a:schemeClr val="bg1"/>
              </a:solidFill>
            </a:endParaRPr>
          </a:p>
          <a:p>
            <a:pPr marL="0" indent="0">
              <a:buNone/>
            </a:pPr>
            <a:r>
              <a:rPr lang="de-DE" dirty="0" err="1">
                <a:solidFill>
                  <a:schemeClr val="bg1"/>
                </a:solidFill>
              </a:rPr>
              <a:t>build</a:t>
            </a:r>
            <a:r>
              <a:rPr lang="de-DE" dirty="0">
                <a:solidFill>
                  <a:schemeClr val="bg1"/>
                </a:solidFill>
              </a:rPr>
              <a:t>-server</a:t>
            </a:r>
          </a:p>
          <a:p>
            <a:endParaRPr lang="de-DE" dirty="0"/>
          </a:p>
          <a:p>
            <a:pPr marL="0" indent="0">
              <a:buNone/>
            </a:pPr>
            <a:endParaRPr lang="de-DE" dirty="0"/>
          </a:p>
        </p:txBody>
      </p:sp>
    </p:spTree>
    <p:extLst>
      <p:ext uri="{BB962C8B-B14F-4D97-AF65-F5344CB8AC3E}">
        <p14:creationId xmlns:p14="http://schemas.microsoft.com/office/powerpoint/2010/main" val="2011994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Das ist für Maven, …</a:t>
            </a:r>
          </a:p>
        </p:txBody>
      </p:sp>
      <p:sp>
        <p:nvSpPr>
          <p:cNvPr id="7" name="Inhaltsplatzhalter 6">
            <a:extLst>
              <a:ext uri="{FF2B5EF4-FFF2-40B4-BE49-F238E27FC236}">
                <a16:creationId xmlns:a16="http://schemas.microsoft.com/office/drawing/2014/main" id="{93A732E3-606A-47F5-8197-3187DA8CA7E5}"/>
              </a:ext>
            </a:extLst>
          </p:cNvPr>
          <p:cNvSpPr>
            <a:spLocks noGrp="1"/>
          </p:cNvSpPr>
          <p:nvPr>
            <p:ph sz="quarter" idx="10"/>
          </p:nvPr>
        </p:nvSpPr>
        <p:spPr/>
        <p:txBody>
          <a:bodyPr>
            <a:normAutofit/>
          </a:bodyPr>
          <a:lstStyle/>
          <a:p>
            <a:pPr marL="0" indent="0">
              <a:buNone/>
            </a:pPr>
            <a:endParaRPr lang="de-DE" dirty="0"/>
          </a:p>
          <a:p>
            <a:pPr marL="0" indent="0">
              <a:buNone/>
            </a:pPr>
            <a:r>
              <a:rPr lang="de-DE" dirty="0"/>
              <a:t>Backend/</a:t>
            </a:r>
          </a:p>
          <a:p>
            <a:pPr marL="446088" lvl="1" indent="0">
              <a:buNone/>
            </a:pPr>
            <a:r>
              <a:rPr lang="de-DE" dirty="0" err="1"/>
              <a:t>src</a:t>
            </a:r>
            <a:r>
              <a:rPr lang="de-DE" dirty="0"/>
              <a:t>/</a:t>
            </a:r>
          </a:p>
          <a:p>
            <a:pPr marL="446088" lvl="1" indent="0">
              <a:buNone/>
            </a:pPr>
            <a:r>
              <a:rPr lang="de-DE" b="1" dirty="0"/>
              <a:t>pom.xml</a:t>
            </a:r>
          </a:p>
          <a:p>
            <a:pPr marL="446088" lvl="1" indent="0">
              <a:buNone/>
            </a:pPr>
            <a:r>
              <a:rPr lang="de-DE" i="1" dirty="0" err="1">
                <a:solidFill>
                  <a:schemeClr val="bg1"/>
                </a:solidFill>
              </a:rPr>
              <a:t>Dockerfile</a:t>
            </a:r>
            <a:endParaRPr lang="de-DE" i="1" dirty="0">
              <a:solidFill>
                <a:schemeClr val="bg1"/>
              </a:solidFill>
            </a:endParaRPr>
          </a:p>
          <a:p>
            <a:pPr marL="0" indent="0">
              <a:buNone/>
            </a:pPr>
            <a:r>
              <a:rPr lang="de-DE" dirty="0"/>
              <a:t>Frontend/</a:t>
            </a:r>
          </a:p>
          <a:p>
            <a:pPr marL="446088" lvl="1" indent="0">
              <a:buNone/>
            </a:pPr>
            <a:r>
              <a:rPr lang="de-DE" dirty="0" err="1"/>
              <a:t>src</a:t>
            </a:r>
            <a:r>
              <a:rPr lang="de-DE" dirty="0"/>
              <a:t>/</a:t>
            </a:r>
          </a:p>
          <a:p>
            <a:pPr marL="446088" lvl="1" indent="0">
              <a:buNone/>
            </a:pPr>
            <a:r>
              <a:rPr lang="de-DE" dirty="0"/>
              <a:t>angular/</a:t>
            </a:r>
          </a:p>
          <a:p>
            <a:pPr marL="446088" lvl="1" indent="0">
              <a:buNone/>
            </a:pPr>
            <a:r>
              <a:rPr lang="de-DE" b="1" dirty="0"/>
              <a:t>pom.xml</a:t>
            </a:r>
          </a:p>
          <a:p>
            <a:pPr marL="446088" lvl="1" indent="0">
              <a:buNone/>
            </a:pPr>
            <a:r>
              <a:rPr lang="de-DE" i="1" dirty="0" err="1">
                <a:solidFill>
                  <a:schemeClr val="bg1"/>
                </a:solidFill>
              </a:rPr>
              <a:t>Dockerfile</a:t>
            </a:r>
            <a:endParaRPr lang="de-DE" i="1" dirty="0">
              <a:solidFill>
                <a:schemeClr val="bg1"/>
              </a:solidFill>
            </a:endParaRPr>
          </a:p>
          <a:p>
            <a:pPr marL="0" indent="0">
              <a:buNone/>
            </a:pPr>
            <a:r>
              <a:rPr lang="de-DE" dirty="0"/>
              <a:t>pom.xml</a:t>
            </a:r>
          </a:p>
          <a:p>
            <a:pPr marL="0" indent="0">
              <a:buNone/>
            </a:pPr>
            <a:r>
              <a:rPr lang="de-DE" i="1" dirty="0" err="1">
                <a:solidFill>
                  <a:schemeClr val="bg1"/>
                </a:solidFill>
              </a:rPr>
              <a:t>docker-compose.yml</a:t>
            </a:r>
            <a:endParaRPr lang="de-DE" i="1" dirty="0">
              <a:solidFill>
                <a:schemeClr val="bg1"/>
              </a:solidFill>
            </a:endParaRPr>
          </a:p>
          <a:p>
            <a:pPr marL="0" indent="0">
              <a:buNone/>
            </a:pPr>
            <a:r>
              <a:rPr lang="de-DE" dirty="0" err="1">
                <a:solidFill>
                  <a:schemeClr val="bg1"/>
                </a:solidFill>
              </a:rPr>
              <a:t>build</a:t>
            </a:r>
            <a:r>
              <a:rPr lang="de-DE" dirty="0">
                <a:solidFill>
                  <a:schemeClr val="bg1"/>
                </a:solidFill>
              </a:rPr>
              <a:t>-server/</a:t>
            </a:r>
          </a:p>
          <a:p>
            <a:endParaRPr lang="de-DE" dirty="0"/>
          </a:p>
          <a:p>
            <a:pPr marL="0" indent="0">
              <a:buNone/>
            </a:pPr>
            <a:endParaRPr lang="de-DE" dirty="0"/>
          </a:p>
        </p:txBody>
      </p:sp>
      <p:sp>
        <p:nvSpPr>
          <p:cNvPr id="8" name="Ellipse 7">
            <a:extLst>
              <a:ext uri="{FF2B5EF4-FFF2-40B4-BE49-F238E27FC236}">
                <a16:creationId xmlns:a16="http://schemas.microsoft.com/office/drawing/2014/main" id="{9ECB65F4-DFA7-4C51-9B33-9ECC5A90BAA5}"/>
              </a:ext>
            </a:extLst>
          </p:cNvPr>
          <p:cNvSpPr/>
          <p:nvPr/>
        </p:nvSpPr>
        <p:spPr>
          <a:xfrm>
            <a:off x="4716016" y="1628800"/>
            <a:ext cx="4032126" cy="1080120"/>
          </a:xfrm>
          <a:prstGeom prst="ellipse">
            <a:avLst/>
          </a:prstGeom>
          <a:ln/>
        </p:spPr>
        <p:style>
          <a:lnRef idx="1">
            <a:schemeClr val="dk1"/>
          </a:lnRef>
          <a:fillRef idx="2">
            <a:schemeClr val="dk1"/>
          </a:fillRef>
          <a:effectRef idx="1">
            <a:schemeClr val="dk1"/>
          </a:effectRef>
          <a:fontRef idx="minor">
            <a:schemeClr val="dk1"/>
          </a:fontRef>
        </p:style>
        <p:txBody>
          <a:bodyPr rtlCol="0" anchor="ctr" anchorCtr="0">
            <a:normAutofit/>
          </a:bodyPr>
          <a:lstStyle/>
          <a:p>
            <a:pPr algn="ctr" eaLnBrk="0" hangingPunct="0">
              <a:spcBef>
                <a:spcPct val="25000"/>
              </a:spcBef>
              <a:buClr>
                <a:srgbClr val="003266"/>
              </a:buClr>
            </a:pPr>
            <a:r>
              <a:rPr lang="de-DE" b="0" dirty="0" err="1">
                <a:solidFill>
                  <a:srgbClr val="5A5A5A"/>
                </a:solidFill>
                <a:ea typeface="ＭＳ Ｐゴシック" pitchFamily="-109" charset="-128"/>
                <a:cs typeface="ＭＳ Ｐゴシック" pitchFamily="-111" charset="-128"/>
              </a:rPr>
              <a:t>Build</a:t>
            </a:r>
            <a:r>
              <a:rPr lang="de-DE" b="0" dirty="0">
                <a:solidFill>
                  <a:srgbClr val="5A5A5A"/>
                </a:solidFill>
                <a:ea typeface="ＭＳ Ｐゴシック" pitchFamily="-109" charset="-128"/>
                <a:cs typeface="ＭＳ Ｐゴシック" pitchFamily="-111" charset="-128"/>
              </a:rPr>
              <a:t> mit Maven</a:t>
            </a:r>
          </a:p>
        </p:txBody>
      </p:sp>
    </p:spTree>
    <p:extLst>
      <p:ext uri="{BB962C8B-B14F-4D97-AF65-F5344CB8AC3E}">
        <p14:creationId xmlns:p14="http://schemas.microsoft.com/office/powerpoint/2010/main" val="3170218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das für Docker, …</a:t>
            </a:r>
          </a:p>
        </p:txBody>
      </p:sp>
      <p:sp>
        <p:nvSpPr>
          <p:cNvPr id="7" name="Inhaltsplatzhalter 6">
            <a:extLst>
              <a:ext uri="{FF2B5EF4-FFF2-40B4-BE49-F238E27FC236}">
                <a16:creationId xmlns:a16="http://schemas.microsoft.com/office/drawing/2014/main" id="{93A732E3-606A-47F5-8197-3187DA8CA7E5}"/>
              </a:ext>
            </a:extLst>
          </p:cNvPr>
          <p:cNvSpPr>
            <a:spLocks noGrp="1"/>
          </p:cNvSpPr>
          <p:nvPr>
            <p:ph sz="quarter" idx="10"/>
          </p:nvPr>
        </p:nvSpPr>
        <p:spPr/>
        <p:txBody>
          <a:bodyPr>
            <a:normAutofit/>
          </a:bodyPr>
          <a:lstStyle/>
          <a:p>
            <a:pPr marL="0" indent="0">
              <a:buNone/>
            </a:pPr>
            <a:endParaRPr lang="de-DE" dirty="0"/>
          </a:p>
          <a:p>
            <a:pPr marL="0" indent="0">
              <a:buNone/>
            </a:pPr>
            <a:r>
              <a:rPr lang="de-DE" dirty="0"/>
              <a:t>Backend/</a:t>
            </a:r>
          </a:p>
          <a:p>
            <a:pPr marL="446088" lvl="1" indent="0">
              <a:buNone/>
            </a:pPr>
            <a:r>
              <a:rPr lang="de-DE" dirty="0" err="1"/>
              <a:t>src</a:t>
            </a:r>
            <a:r>
              <a:rPr lang="de-DE" dirty="0"/>
              <a:t>/</a:t>
            </a:r>
          </a:p>
          <a:p>
            <a:pPr marL="446088" lvl="1" indent="0">
              <a:buNone/>
            </a:pPr>
            <a:r>
              <a:rPr lang="de-DE" dirty="0"/>
              <a:t>pom.xml</a:t>
            </a:r>
          </a:p>
          <a:p>
            <a:pPr marL="446088" lvl="1" indent="0">
              <a:buNone/>
            </a:pPr>
            <a:r>
              <a:rPr lang="de-DE" b="1" i="1" dirty="0" err="1"/>
              <a:t>Dockerfile</a:t>
            </a:r>
            <a:endParaRPr lang="de-DE" b="1" i="1" dirty="0"/>
          </a:p>
          <a:p>
            <a:pPr marL="0" indent="0">
              <a:buNone/>
            </a:pPr>
            <a:r>
              <a:rPr lang="de-DE" dirty="0"/>
              <a:t>Frontend/</a:t>
            </a:r>
          </a:p>
          <a:p>
            <a:pPr marL="446088" lvl="1" indent="0">
              <a:buNone/>
            </a:pPr>
            <a:r>
              <a:rPr lang="de-DE" dirty="0" err="1"/>
              <a:t>src</a:t>
            </a:r>
            <a:r>
              <a:rPr lang="de-DE" dirty="0"/>
              <a:t>/</a:t>
            </a:r>
          </a:p>
          <a:p>
            <a:pPr marL="446088" lvl="1" indent="0">
              <a:buNone/>
            </a:pPr>
            <a:r>
              <a:rPr lang="de-DE" dirty="0"/>
              <a:t>angular/</a:t>
            </a:r>
          </a:p>
          <a:p>
            <a:pPr marL="446088" lvl="1" indent="0">
              <a:buNone/>
            </a:pPr>
            <a:r>
              <a:rPr lang="de-DE" dirty="0"/>
              <a:t>pom.xml</a:t>
            </a:r>
          </a:p>
          <a:p>
            <a:pPr marL="446088" lvl="1" indent="0">
              <a:buNone/>
            </a:pPr>
            <a:r>
              <a:rPr lang="de-DE" b="1" i="1" dirty="0" err="1"/>
              <a:t>Dockerfile</a:t>
            </a:r>
            <a:endParaRPr lang="de-DE" b="1" i="1" dirty="0"/>
          </a:p>
          <a:p>
            <a:pPr marL="0" indent="0">
              <a:buNone/>
            </a:pPr>
            <a:r>
              <a:rPr lang="de-DE" dirty="0"/>
              <a:t>pom.xml</a:t>
            </a:r>
          </a:p>
          <a:p>
            <a:pPr marL="0" indent="0">
              <a:buNone/>
            </a:pPr>
            <a:r>
              <a:rPr lang="de-DE" b="1" i="1" dirty="0" err="1"/>
              <a:t>docker-compose.yml</a:t>
            </a:r>
            <a:endParaRPr lang="de-DE" b="1" i="1" dirty="0"/>
          </a:p>
          <a:p>
            <a:pPr marL="0" indent="0">
              <a:buNone/>
            </a:pPr>
            <a:r>
              <a:rPr lang="de-DE" dirty="0" err="1">
                <a:solidFill>
                  <a:schemeClr val="bg1"/>
                </a:solidFill>
              </a:rPr>
              <a:t>build</a:t>
            </a:r>
            <a:r>
              <a:rPr lang="de-DE" dirty="0">
                <a:solidFill>
                  <a:schemeClr val="bg1"/>
                </a:solidFill>
              </a:rPr>
              <a:t>-server/</a:t>
            </a:r>
          </a:p>
          <a:p>
            <a:endParaRPr lang="de-DE" dirty="0"/>
          </a:p>
          <a:p>
            <a:pPr marL="0" indent="0">
              <a:buNone/>
            </a:pPr>
            <a:endParaRPr lang="de-DE" dirty="0"/>
          </a:p>
        </p:txBody>
      </p:sp>
      <p:sp>
        <p:nvSpPr>
          <p:cNvPr id="8" name="Ellipse 7">
            <a:extLst>
              <a:ext uri="{FF2B5EF4-FFF2-40B4-BE49-F238E27FC236}">
                <a16:creationId xmlns:a16="http://schemas.microsoft.com/office/drawing/2014/main" id="{9ECB65F4-DFA7-4C51-9B33-9ECC5A90BAA5}"/>
              </a:ext>
            </a:extLst>
          </p:cNvPr>
          <p:cNvSpPr/>
          <p:nvPr/>
        </p:nvSpPr>
        <p:spPr>
          <a:xfrm>
            <a:off x="4716016" y="1628800"/>
            <a:ext cx="4032126" cy="1080120"/>
          </a:xfrm>
          <a:prstGeom prst="ellips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nchorCtr="0">
            <a:normAutofit/>
          </a:bodyPr>
          <a:lstStyle/>
          <a:p>
            <a:pPr algn="ctr" eaLnBrk="0" hangingPunct="0">
              <a:spcBef>
                <a:spcPct val="25000"/>
              </a:spcBef>
              <a:buClr>
                <a:srgbClr val="003266"/>
              </a:buClr>
            </a:pPr>
            <a:r>
              <a:rPr lang="de-DE" b="0" dirty="0" err="1">
                <a:solidFill>
                  <a:srgbClr val="5A5A5A"/>
                </a:solidFill>
                <a:ea typeface="ＭＳ Ｐゴシック" pitchFamily="-109" charset="-128"/>
                <a:cs typeface="ＭＳ Ｐゴシック" pitchFamily="-111" charset="-128"/>
              </a:rPr>
              <a:t>Build</a:t>
            </a:r>
            <a:r>
              <a:rPr lang="de-DE" b="0" dirty="0">
                <a:solidFill>
                  <a:srgbClr val="5A5A5A"/>
                </a:solidFill>
                <a:ea typeface="ＭＳ Ｐゴシック" pitchFamily="-109" charset="-128"/>
                <a:cs typeface="ＭＳ Ｐゴシック" pitchFamily="-111" charset="-128"/>
              </a:rPr>
              <a:t> mit Maven</a:t>
            </a:r>
          </a:p>
        </p:txBody>
      </p:sp>
      <p:sp>
        <p:nvSpPr>
          <p:cNvPr id="18" name="Ellipse 17">
            <a:extLst>
              <a:ext uri="{FF2B5EF4-FFF2-40B4-BE49-F238E27FC236}">
                <a16:creationId xmlns:a16="http://schemas.microsoft.com/office/drawing/2014/main" id="{A855B969-A4B8-4D77-B59A-836BC2A0E84A}"/>
              </a:ext>
            </a:extLst>
          </p:cNvPr>
          <p:cNvSpPr/>
          <p:nvPr/>
        </p:nvSpPr>
        <p:spPr>
          <a:xfrm>
            <a:off x="4788024" y="2977919"/>
            <a:ext cx="4032126" cy="1080120"/>
          </a:xfrm>
          <a:prstGeom prst="ellipse">
            <a:avLst/>
          </a:prstGeom>
          <a:ln/>
        </p:spPr>
        <p:style>
          <a:lnRef idx="1">
            <a:schemeClr val="dk1"/>
          </a:lnRef>
          <a:fillRef idx="2">
            <a:schemeClr val="dk1"/>
          </a:fillRef>
          <a:effectRef idx="1">
            <a:schemeClr val="dk1"/>
          </a:effectRef>
          <a:fontRef idx="minor">
            <a:schemeClr val="dk1"/>
          </a:fontRef>
        </p:style>
        <p:txBody>
          <a:bodyPr rtlCol="0" anchor="ctr" anchorCtr="0">
            <a:normAutofit lnSpcReduction="10000"/>
          </a:bodyPr>
          <a:lstStyle/>
          <a:p>
            <a:pPr algn="ctr" eaLnBrk="0" hangingPunct="0">
              <a:spcBef>
                <a:spcPct val="25000"/>
              </a:spcBef>
              <a:buClr>
                <a:srgbClr val="003266"/>
              </a:buClr>
            </a:pPr>
            <a:r>
              <a:rPr lang="de-DE" b="0" dirty="0">
                <a:solidFill>
                  <a:srgbClr val="5A5A5A"/>
                </a:solidFill>
                <a:ea typeface="ＭＳ Ｐゴシック" pitchFamily="-109" charset="-128"/>
                <a:cs typeface="ＭＳ Ｐゴシック" pitchFamily="-111" charset="-128"/>
              </a:rPr>
              <a:t>Laufzeitumgebung</a:t>
            </a:r>
          </a:p>
          <a:p>
            <a:pPr algn="ctr" eaLnBrk="0" hangingPunct="0">
              <a:spcBef>
                <a:spcPct val="25000"/>
              </a:spcBef>
              <a:buClr>
                <a:srgbClr val="003266"/>
              </a:buClr>
            </a:pPr>
            <a:r>
              <a:rPr lang="de-DE" b="0" dirty="0">
                <a:solidFill>
                  <a:srgbClr val="5A5A5A"/>
                </a:solidFill>
                <a:ea typeface="ＭＳ Ｐゴシック" pitchFamily="-109" charset="-128"/>
                <a:cs typeface="ＭＳ Ｐゴシック" pitchFamily="-111" charset="-128"/>
              </a:rPr>
              <a:t>mit Docker</a:t>
            </a:r>
          </a:p>
        </p:txBody>
      </p:sp>
    </p:spTree>
    <p:extLst>
      <p:ext uri="{BB962C8B-B14F-4D97-AF65-F5344CB8AC3E}">
        <p14:creationId xmlns:p14="http://schemas.microsoft.com/office/powerpoint/2010/main" val="19695242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und das für </a:t>
            </a:r>
            <a:r>
              <a:rPr lang="de-DE" dirty="0" err="1"/>
              <a:t>Continuous</a:t>
            </a:r>
            <a:r>
              <a:rPr lang="de-DE" dirty="0"/>
              <a:t> Integration.</a:t>
            </a:r>
          </a:p>
        </p:txBody>
      </p:sp>
      <p:sp>
        <p:nvSpPr>
          <p:cNvPr id="7" name="Inhaltsplatzhalter 6">
            <a:extLst>
              <a:ext uri="{FF2B5EF4-FFF2-40B4-BE49-F238E27FC236}">
                <a16:creationId xmlns:a16="http://schemas.microsoft.com/office/drawing/2014/main" id="{93A732E3-606A-47F5-8197-3187DA8CA7E5}"/>
              </a:ext>
            </a:extLst>
          </p:cNvPr>
          <p:cNvSpPr>
            <a:spLocks noGrp="1"/>
          </p:cNvSpPr>
          <p:nvPr>
            <p:ph sz="quarter" idx="10"/>
          </p:nvPr>
        </p:nvSpPr>
        <p:spPr/>
        <p:txBody>
          <a:bodyPr>
            <a:normAutofit/>
          </a:bodyPr>
          <a:lstStyle/>
          <a:p>
            <a:pPr marL="0" indent="0">
              <a:buNone/>
            </a:pPr>
            <a:endParaRPr lang="de-DE" dirty="0"/>
          </a:p>
          <a:p>
            <a:pPr marL="0" indent="0">
              <a:buNone/>
            </a:pPr>
            <a:r>
              <a:rPr lang="de-DE" dirty="0"/>
              <a:t>Backend/</a:t>
            </a:r>
          </a:p>
          <a:p>
            <a:pPr marL="446088" lvl="1" indent="0">
              <a:buNone/>
            </a:pPr>
            <a:r>
              <a:rPr lang="de-DE" dirty="0" err="1"/>
              <a:t>src</a:t>
            </a:r>
            <a:r>
              <a:rPr lang="de-DE" dirty="0"/>
              <a:t>/</a:t>
            </a:r>
          </a:p>
          <a:p>
            <a:pPr marL="446088" lvl="1" indent="0">
              <a:buNone/>
            </a:pPr>
            <a:r>
              <a:rPr lang="de-DE" dirty="0"/>
              <a:t>pom.xml</a:t>
            </a:r>
          </a:p>
          <a:p>
            <a:pPr marL="446088" lvl="1" indent="0">
              <a:buNone/>
            </a:pPr>
            <a:r>
              <a:rPr lang="de-DE" i="1" dirty="0" err="1"/>
              <a:t>Dockerfile</a:t>
            </a:r>
            <a:endParaRPr lang="de-DE" i="1" dirty="0"/>
          </a:p>
          <a:p>
            <a:pPr marL="0" indent="0">
              <a:buNone/>
            </a:pPr>
            <a:r>
              <a:rPr lang="de-DE" dirty="0"/>
              <a:t>Frontend/</a:t>
            </a:r>
          </a:p>
          <a:p>
            <a:pPr marL="446088" lvl="1" indent="0">
              <a:buNone/>
            </a:pPr>
            <a:r>
              <a:rPr lang="de-DE" dirty="0" err="1"/>
              <a:t>src</a:t>
            </a:r>
            <a:r>
              <a:rPr lang="de-DE" dirty="0"/>
              <a:t>/</a:t>
            </a:r>
          </a:p>
          <a:p>
            <a:pPr marL="446088" lvl="1" indent="0">
              <a:buNone/>
            </a:pPr>
            <a:r>
              <a:rPr lang="de-DE" dirty="0"/>
              <a:t>angular/</a:t>
            </a:r>
          </a:p>
          <a:p>
            <a:pPr marL="446088" lvl="1" indent="0">
              <a:buNone/>
            </a:pPr>
            <a:r>
              <a:rPr lang="de-DE" dirty="0"/>
              <a:t>pom.xml</a:t>
            </a:r>
          </a:p>
          <a:p>
            <a:pPr marL="446088" lvl="1" indent="0">
              <a:buNone/>
            </a:pPr>
            <a:r>
              <a:rPr lang="de-DE" i="1" dirty="0" err="1"/>
              <a:t>Dockerfile</a:t>
            </a:r>
            <a:endParaRPr lang="de-DE" i="1" dirty="0"/>
          </a:p>
          <a:p>
            <a:pPr marL="0" indent="0">
              <a:buNone/>
            </a:pPr>
            <a:r>
              <a:rPr lang="de-DE" dirty="0"/>
              <a:t>pom.xml</a:t>
            </a:r>
          </a:p>
          <a:p>
            <a:pPr marL="0" indent="0">
              <a:buNone/>
            </a:pPr>
            <a:r>
              <a:rPr lang="de-DE" i="1" dirty="0" err="1"/>
              <a:t>docker-compose.yml</a:t>
            </a:r>
            <a:endParaRPr lang="de-DE" i="1" dirty="0"/>
          </a:p>
          <a:p>
            <a:pPr marL="0" indent="0">
              <a:buNone/>
            </a:pPr>
            <a:r>
              <a:rPr lang="de-DE" b="1" dirty="0" err="1"/>
              <a:t>build</a:t>
            </a:r>
            <a:r>
              <a:rPr lang="de-DE" b="1" dirty="0"/>
              <a:t>-server/</a:t>
            </a:r>
          </a:p>
          <a:p>
            <a:endParaRPr lang="de-DE" dirty="0"/>
          </a:p>
          <a:p>
            <a:pPr marL="0" indent="0">
              <a:buNone/>
            </a:pPr>
            <a:endParaRPr lang="de-DE" dirty="0"/>
          </a:p>
        </p:txBody>
      </p:sp>
      <p:sp>
        <p:nvSpPr>
          <p:cNvPr id="8" name="Ellipse 7">
            <a:extLst>
              <a:ext uri="{FF2B5EF4-FFF2-40B4-BE49-F238E27FC236}">
                <a16:creationId xmlns:a16="http://schemas.microsoft.com/office/drawing/2014/main" id="{9ECB65F4-DFA7-4C51-9B33-9ECC5A90BAA5}"/>
              </a:ext>
            </a:extLst>
          </p:cNvPr>
          <p:cNvSpPr/>
          <p:nvPr/>
        </p:nvSpPr>
        <p:spPr>
          <a:xfrm>
            <a:off x="4716016" y="1628800"/>
            <a:ext cx="4032126" cy="1080120"/>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nchorCtr="0">
            <a:normAutofit/>
          </a:bodyPr>
          <a:lstStyle/>
          <a:p>
            <a:pPr algn="ctr" eaLnBrk="0" hangingPunct="0">
              <a:spcBef>
                <a:spcPct val="25000"/>
              </a:spcBef>
              <a:buClr>
                <a:srgbClr val="003266"/>
              </a:buClr>
            </a:pPr>
            <a:r>
              <a:rPr lang="de-DE" b="0" dirty="0" err="1">
                <a:solidFill>
                  <a:srgbClr val="5A5A5A"/>
                </a:solidFill>
                <a:ea typeface="ＭＳ Ｐゴシック" pitchFamily="-109" charset="-128"/>
                <a:cs typeface="ＭＳ Ｐゴシック" pitchFamily="-111" charset="-128"/>
              </a:rPr>
              <a:t>Build</a:t>
            </a:r>
            <a:r>
              <a:rPr lang="de-DE" b="0" dirty="0">
                <a:solidFill>
                  <a:srgbClr val="5A5A5A"/>
                </a:solidFill>
                <a:ea typeface="ＭＳ Ｐゴシック" pitchFamily="-109" charset="-128"/>
                <a:cs typeface="ＭＳ Ｐゴシック" pitchFamily="-111" charset="-128"/>
              </a:rPr>
              <a:t> mit Maven</a:t>
            </a:r>
          </a:p>
        </p:txBody>
      </p:sp>
      <p:sp>
        <p:nvSpPr>
          <p:cNvPr id="18" name="Ellipse 17">
            <a:extLst>
              <a:ext uri="{FF2B5EF4-FFF2-40B4-BE49-F238E27FC236}">
                <a16:creationId xmlns:a16="http://schemas.microsoft.com/office/drawing/2014/main" id="{A855B969-A4B8-4D77-B59A-836BC2A0E84A}"/>
              </a:ext>
            </a:extLst>
          </p:cNvPr>
          <p:cNvSpPr/>
          <p:nvPr/>
        </p:nvSpPr>
        <p:spPr>
          <a:xfrm>
            <a:off x="4788024" y="2977919"/>
            <a:ext cx="4032126" cy="1080120"/>
          </a:xfrm>
          <a:prstGeom prst="ellipse">
            <a:avLst/>
          </a:prstGeom>
          <a:ln/>
        </p:spPr>
        <p:style>
          <a:lnRef idx="2">
            <a:schemeClr val="accent5"/>
          </a:lnRef>
          <a:fillRef idx="1">
            <a:schemeClr val="lt1"/>
          </a:fillRef>
          <a:effectRef idx="0">
            <a:schemeClr val="accent5"/>
          </a:effectRef>
          <a:fontRef idx="minor">
            <a:schemeClr val="dk1"/>
          </a:fontRef>
        </p:style>
        <p:txBody>
          <a:bodyPr rtlCol="0" anchor="ctr" anchorCtr="0">
            <a:normAutofit lnSpcReduction="10000"/>
          </a:bodyPr>
          <a:lstStyle/>
          <a:p>
            <a:pPr algn="ctr" eaLnBrk="0" hangingPunct="0">
              <a:spcBef>
                <a:spcPct val="25000"/>
              </a:spcBef>
              <a:buClr>
                <a:srgbClr val="003266"/>
              </a:buClr>
            </a:pPr>
            <a:r>
              <a:rPr lang="de-DE" b="0" dirty="0">
                <a:solidFill>
                  <a:srgbClr val="5A5A5A"/>
                </a:solidFill>
                <a:ea typeface="ＭＳ Ｐゴシック" pitchFamily="-109" charset="-128"/>
                <a:cs typeface="ＭＳ Ｐゴシック" pitchFamily="-111" charset="-128"/>
              </a:rPr>
              <a:t>Laufzeitumgebung</a:t>
            </a:r>
          </a:p>
          <a:p>
            <a:pPr algn="ctr" eaLnBrk="0" hangingPunct="0">
              <a:spcBef>
                <a:spcPct val="25000"/>
              </a:spcBef>
              <a:buClr>
                <a:srgbClr val="003266"/>
              </a:buClr>
            </a:pPr>
            <a:r>
              <a:rPr lang="de-DE" b="0" dirty="0">
                <a:solidFill>
                  <a:srgbClr val="5A5A5A"/>
                </a:solidFill>
                <a:ea typeface="ＭＳ Ｐゴシック" pitchFamily="-109" charset="-128"/>
                <a:cs typeface="ＭＳ Ｐゴシック" pitchFamily="-111" charset="-128"/>
              </a:rPr>
              <a:t>mit Docker</a:t>
            </a:r>
          </a:p>
        </p:txBody>
      </p:sp>
      <p:sp>
        <p:nvSpPr>
          <p:cNvPr id="22" name="Ellipse 21">
            <a:extLst>
              <a:ext uri="{FF2B5EF4-FFF2-40B4-BE49-F238E27FC236}">
                <a16:creationId xmlns:a16="http://schemas.microsoft.com/office/drawing/2014/main" id="{14F1DCD8-6849-4909-894B-EEB3E079F0F3}"/>
              </a:ext>
            </a:extLst>
          </p:cNvPr>
          <p:cNvSpPr/>
          <p:nvPr/>
        </p:nvSpPr>
        <p:spPr>
          <a:xfrm>
            <a:off x="4729877" y="4365104"/>
            <a:ext cx="4032126" cy="1080120"/>
          </a:xfrm>
          <a:prstGeom prst="ellipse">
            <a:avLst/>
          </a:prstGeom>
          <a:ln/>
        </p:spPr>
        <p:style>
          <a:lnRef idx="1">
            <a:schemeClr val="dk1"/>
          </a:lnRef>
          <a:fillRef idx="2">
            <a:schemeClr val="dk1"/>
          </a:fillRef>
          <a:effectRef idx="1">
            <a:schemeClr val="dk1"/>
          </a:effectRef>
          <a:fontRef idx="minor">
            <a:schemeClr val="dk1"/>
          </a:fontRef>
        </p:style>
        <p:txBody>
          <a:bodyPr rtlCol="0" anchor="ctr" anchorCtr="0">
            <a:normAutofit/>
          </a:bodyPr>
          <a:lstStyle/>
          <a:p>
            <a:pPr algn="ctr" eaLnBrk="0" hangingPunct="0">
              <a:spcBef>
                <a:spcPct val="25000"/>
              </a:spcBef>
              <a:buClr>
                <a:srgbClr val="003266"/>
              </a:buClr>
            </a:pPr>
            <a:r>
              <a:rPr lang="de-DE" b="0" dirty="0" err="1">
                <a:solidFill>
                  <a:srgbClr val="5A5A5A"/>
                </a:solidFill>
                <a:ea typeface="ＭＳ Ｐゴシック" pitchFamily="-109" charset="-128"/>
                <a:cs typeface="ＭＳ Ｐゴシック" pitchFamily="-111" charset="-128"/>
              </a:rPr>
              <a:t>Continuous</a:t>
            </a:r>
            <a:r>
              <a:rPr lang="de-DE" b="0" dirty="0">
                <a:solidFill>
                  <a:srgbClr val="5A5A5A"/>
                </a:solidFill>
                <a:ea typeface="ＭＳ Ｐゴシック" pitchFamily="-109" charset="-128"/>
                <a:cs typeface="ＭＳ Ｐゴシック" pitchFamily="-111" charset="-128"/>
              </a:rPr>
              <a:t> Integration mit Jenkins</a:t>
            </a:r>
          </a:p>
        </p:txBody>
      </p:sp>
    </p:spTree>
    <p:extLst>
      <p:ext uri="{BB962C8B-B14F-4D97-AF65-F5344CB8AC3E}">
        <p14:creationId xmlns:p14="http://schemas.microsoft.com/office/powerpoint/2010/main" val="1642579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19A629FF-23A9-4DB0-AE95-CC186C941CA8}"/>
              </a:ext>
            </a:extLst>
          </p:cNvPr>
          <p:cNvPicPr>
            <a:picLocks noChangeAspect="1"/>
          </p:cNvPicPr>
          <p:nvPr/>
        </p:nvPicPr>
        <p:blipFill>
          <a:blip r:embed="rId2"/>
          <a:stretch>
            <a:fillRect/>
          </a:stretch>
        </p:blipFill>
        <p:spPr>
          <a:xfrm>
            <a:off x="467444" y="764704"/>
            <a:ext cx="7560940" cy="5722414"/>
          </a:xfrm>
          <a:prstGeom prst="rect">
            <a:avLst/>
          </a:prstGeom>
        </p:spPr>
      </p:pic>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a:xfrm>
            <a:off x="323428" y="206870"/>
            <a:ext cx="7704956" cy="721332"/>
          </a:xfrm>
        </p:spPr>
        <p:txBody>
          <a:bodyPr/>
          <a:lstStyle/>
          <a:p>
            <a:r>
              <a:rPr lang="de-DE" dirty="0"/>
              <a:t>Angular kann das System in fachliche Module aufteilen</a:t>
            </a:r>
          </a:p>
        </p:txBody>
      </p:sp>
      <p:grpSp>
        <p:nvGrpSpPr>
          <p:cNvPr id="7" name="Gruppieren 6">
            <a:extLst>
              <a:ext uri="{FF2B5EF4-FFF2-40B4-BE49-F238E27FC236}">
                <a16:creationId xmlns:a16="http://schemas.microsoft.com/office/drawing/2014/main" id="{51FF006E-2E21-4A40-BED3-B68090412CEA}"/>
              </a:ext>
            </a:extLst>
          </p:cNvPr>
          <p:cNvGrpSpPr/>
          <p:nvPr/>
        </p:nvGrpSpPr>
        <p:grpSpPr>
          <a:xfrm>
            <a:off x="395536" y="692696"/>
            <a:ext cx="7704956" cy="5904656"/>
            <a:chOff x="395536" y="692696"/>
            <a:chExt cx="7704956" cy="5904656"/>
          </a:xfrm>
        </p:grpSpPr>
        <p:sp>
          <p:nvSpPr>
            <p:cNvPr id="25" name="Freihandform: Form 24">
              <a:extLst>
                <a:ext uri="{FF2B5EF4-FFF2-40B4-BE49-F238E27FC236}">
                  <a16:creationId xmlns:a16="http://schemas.microsoft.com/office/drawing/2014/main" id="{FA55CA9B-6E37-483C-9BE7-C48DE5F590AD}"/>
                </a:ext>
              </a:extLst>
            </p:cNvPr>
            <p:cNvSpPr/>
            <p:nvPr/>
          </p:nvSpPr>
          <p:spPr>
            <a:xfrm>
              <a:off x="395536" y="692696"/>
              <a:ext cx="7704956" cy="5904656"/>
            </a:xfrm>
            <a:custGeom>
              <a:avLst/>
              <a:gdLst>
                <a:gd name="connsiteX0" fmla="*/ 71908 w 7704956"/>
                <a:gd name="connsiteY0" fmla="*/ 1728192 h 5904656"/>
                <a:gd name="connsiteX1" fmla="*/ 71908 w 7704956"/>
                <a:gd name="connsiteY1" fmla="*/ 2449524 h 5904656"/>
                <a:gd name="connsiteX2" fmla="*/ 2520380 w 7704956"/>
                <a:gd name="connsiteY2" fmla="*/ 2449524 h 5904656"/>
                <a:gd name="connsiteX3" fmla="*/ 2520380 w 7704956"/>
                <a:gd name="connsiteY3" fmla="*/ 1728192 h 5904656"/>
                <a:gd name="connsiteX4" fmla="*/ 5061462 w 7704956"/>
                <a:gd name="connsiteY4" fmla="*/ 648072 h 5904656"/>
                <a:gd name="connsiteX5" fmla="*/ 5061462 w 7704956"/>
                <a:gd name="connsiteY5" fmla="*/ 1080120 h 5904656"/>
                <a:gd name="connsiteX6" fmla="*/ 6336904 w 7704956"/>
                <a:gd name="connsiteY6" fmla="*/ 1080120 h 5904656"/>
                <a:gd name="connsiteX7" fmla="*/ 6336904 w 7704956"/>
                <a:gd name="connsiteY7" fmla="*/ 648072 h 5904656"/>
                <a:gd name="connsiteX8" fmla="*/ 3888432 w 7704956"/>
                <a:gd name="connsiteY8" fmla="*/ 648072 h 5904656"/>
                <a:gd name="connsiteX9" fmla="*/ 3888432 w 7704956"/>
                <a:gd name="connsiteY9" fmla="*/ 1080120 h 5904656"/>
                <a:gd name="connsiteX10" fmla="*/ 4996778 w 7704956"/>
                <a:gd name="connsiteY10" fmla="*/ 1080120 h 5904656"/>
                <a:gd name="connsiteX11" fmla="*/ 4996778 w 7704956"/>
                <a:gd name="connsiteY11" fmla="*/ 648072 h 5904656"/>
                <a:gd name="connsiteX12" fmla="*/ 0 w 7704956"/>
                <a:gd name="connsiteY12" fmla="*/ 0 h 5904656"/>
                <a:gd name="connsiteX13" fmla="*/ 7704956 w 7704956"/>
                <a:gd name="connsiteY13" fmla="*/ 0 h 5904656"/>
                <a:gd name="connsiteX14" fmla="*/ 7704956 w 7704956"/>
                <a:gd name="connsiteY14" fmla="*/ 5904656 h 5904656"/>
                <a:gd name="connsiteX15" fmla="*/ 0 w 7704956"/>
                <a:gd name="connsiteY15" fmla="*/ 5904656 h 5904656"/>
                <a:gd name="connsiteX0" fmla="*/ 71908 w 7704956"/>
                <a:gd name="connsiteY0" fmla="*/ 1728192 h 5904656"/>
                <a:gd name="connsiteX1" fmla="*/ 71908 w 7704956"/>
                <a:gd name="connsiteY1" fmla="*/ 2449524 h 5904656"/>
                <a:gd name="connsiteX2" fmla="*/ 2520380 w 7704956"/>
                <a:gd name="connsiteY2" fmla="*/ 2449524 h 5904656"/>
                <a:gd name="connsiteX3" fmla="*/ 1001546 w 7704956"/>
                <a:gd name="connsiteY3" fmla="*/ 1735942 h 5904656"/>
                <a:gd name="connsiteX4" fmla="*/ 71908 w 7704956"/>
                <a:gd name="connsiteY4" fmla="*/ 1728192 h 5904656"/>
                <a:gd name="connsiteX5" fmla="*/ 5061462 w 7704956"/>
                <a:gd name="connsiteY5" fmla="*/ 648072 h 5904656"/>
                <a:gd name="connsiteX6" fmla="*/ 5061462 w 7704956"/>
                <a:gd name="connsiteY6" fmla="*/ 1080120 h 5904656"/>
                <a:gd name="connsiteX7" fmla="*/ 6336904 w 7704956"/>
                <a:gd name="connsiteY7" fmla="*/ 1080120 h 5904656"/>
                <a:gd name="connsiteX8" fmla="*/ 6336904 w 7704956"/>
                <a:gd name="connsiteY8" fmla="*/ 648072 h 5904656"/>
                <a:gd name="connsiteX9" fmla="*/ 5061462 w 7704956"/>
                <a:gd name="connsiteY9" fmla="*/ 648072 h 5904656"/>
                <a:gd name="connsiteX10" fmla="*/ 3888432 w 7704956"/>
                <a:gd name="connsiteY10" fmla="*/ 648072 h 5904656"/>
                <a:gd name="connsiteX11" fmla="*/ 3888432 w 7704956"/>
                <a:gd name="connsiteY11" fmla="*/ 1080120 h 5904656"/>
                <a:gd name="connsiteX12" fmla="*/ 4996778 w 7704956"/>
                <a:gd name="connsiteY12" fmla="*/ 1080120 h 5904656"/>
                <a:gd name="connsiteX13" fmla="*/ 4996778 w 7704956"/>
                <a:gd name="connsiteY13" fmla="*/ 648072 h 5904656"/>
                <a:gd name="connsiteX14" fmla="*/ 3888432 w 7704956"/>
                <a:gd name="connsiteY14" fmla="*/ 648072 h 5904656"/>
                <a:gd name="connsiteX15" fmla="*/ 0 w 7704956"/>
                <a:gd name="connsiteY15" fmla="*/ 0 h 5904656"/>
                <a:gd name="connsiteX16" fmla="*/ 7704956 w 7704956"/>
                <a:gd name="connsiteY16" fmla="*/ 0 h 5904656"/>
                <a:gd name="connsiteX17" fmla="*/ 7704956 w 7704956"/>
                <a:gd name="connsiteY17" fmla="*/ 5904656 h 5904656"/>
                <a:gd name="connsiteX18" fmla="*/ 0 w 7704956"/>
                <a:gd name="connsiteY18" fmla="*/ 5904656 h 5904656"/>
                <a:gd name="connsiteX19" fmla="*/ 0 w 7704956"/>
                <a:gd name="connsiteY19" fmla="*/ 0 h 5904656"/>
                <a:gd name="connsiteX0" fmla="*/ 71908 w 7704956"/>
                <a:gd name="connsiteY0" fmla="*/ 1728192 h 5904656"/>
                <a:gd name="connsiteX1" fmla="*/ 71908 w 7704956"/>
                <a:gd name="connsiteY1" fmla="*/ 2449524 h 5904656"/>
                <a:gd name="connsiteX2" fmla="*/ 1017044 w 7704956"/>
                <a:gd name="connsiteY2" fmla="*/ 2441775 h 5904656"/>
                <a:gd name="connsiteX3" fmla="*/ 1001546 w 7704956"/>
                <a:gd name="connsiteY3" fmla="*/ 1735942 h 5904656"/>
                <a:gd name="connsiteX4" fmla="*/ 71908 w 7704956"/>
                <a:gd name="connsiteY4" fmla="*/ 1728192 h 5904656"/>
                <a:gd name="connsiteX5" fmla="*/ 5061462 w 7704956"/>
                <a:gd name="connsiteY5" fmla="*/ 648072 h 5904656"/>
                <a:gd name="connsiteX6" fmla="*/ 5061462 w 7704956"/>
                <a:gd name="connsiteY6" fmla="*/ 1080120 h 5904656"/>
                <a:gd name="connsiteX7" fmla="*/ 6336904 w 7704956"/>
                <a:gd name="connsiteY7" fmla="*/ 1080120 h 5904656"/>
                <a:gd name="connsiteX8" fmla="*/ 6336904 w 7704956"/>
                <a:gd name="connsiteY8" fmla="*/ 648072 h 5904656"/>
                <a:gd name="connsiteX9" fmla="*/ 5061462 w 7704956"/>
                <a:gd name="connsiteY9" fmla="*/ 648072 h 5904656"/>
                <a:gd name="connsiteX10" fmla="*/ 3888432 w 7704956"/>
                <a:gd name="connsiteY10" fmla="*/ 648072 h 5904656"/>
                <a:gd name="connsiteX11" fmla="*/ 3888432 w 7704956"/>
                <a:gd name="connsiteY11" fmla="*/ 1080120 h 5904656"/>
                <a:gd name="connsiteX12" fmla="*/ 4996778 w 7704956"/>
                <a:gd name="connsiteY12" fmla="*/ 1080120 h 5904656"/>
                <a:gd name="connsiteX13" fmla="*/ 4996778 w 7704956"/>
                <a:gd name="connsiteY13" fmla="*/ 648072 h 5904656"/>
                <a:gd name="connsiteX14" fmla="*/ 3888432 w 7704956"/>
                <a:gd name="connsiteY14" fmla="*/ 648072 h 5904656"/>
                <a:gd name="connsiteX15" fmla="*/ 0 w 7704956"/>
                <a:gd name="connsiteY15" fmla="*/ 0 h 5904656"/>
                <a:gd name="connsiteX16" fmla="*/ 7704956 w 7704956"/>
                <a:gd name="connsiteY16" fmla="*/ 0 h 5904656"/>
                <a:gd name="connsiteX17" fmla="*/ 7704956 w 7704956"/>
                <a:gd name="connsiteY17" fmla="*/ 5904656 h 5904656"/>
                <a:gd name="connsiteX18" fmla="*/ 0 w 7704956"/>
                <a:gd name="connsiteY18" fmla="*/ 5904656 h 5904656"/>
                <a:gd name="connsiteX19" fmla="*/ 0 w 7704956"/>
                <a:gd name="connsiteY19" fmla="*/ 0 h 5904656"/>
                <a:gd name="connsiteX0" fmla="*/ 71908 w 7704956"/>
                <a:gd name="connsiteY0" fmla="*/ 1728192 h 5904656"/>
                <a:gd name="connsiteX1" fmla="*/ 71908 w 7704956"/>
                <a:gd name="connsiteY1" fmla="*/ 2449524 h 5904656"/>
                <a:gd name="connsiteX2" fmla="*/ 1017044 w 7704956"/>
                <a:gd name="connsiteY2" fmla="*/ 2441775 h 5904656"/>
                <a:gd name="connsiteX3" fmla="*/ 707078 w 7704956"/>
                <a:gd name="connsiteY3" fmla="*/ 1728193 h 5904656"/>
                <a:gd name="connsiteX4" fmla="*/ 71908 w 7704956"/>
                <a:gd name="connsiteY4" fmla="*/ 1728192 h 5904656"/>
                <a:gd name="connsiteX5" fmla="*/ 5061462 w 7704956"/>
                <a:gd name="connsiteY5" fmla="*/ 648072 h 5904656"/>
                <a:gd name="connsiteX6" fmla="*/ 5061462 w 7704956"/>
                <a:gd name="connsiteY6" fmla="*/ 1080120 h 5904656"/>
                <a:gd name="connsiteX7" fmla="*/ 6336904 w 7704956"/>
                <a:gd name="connsiteY7" fmla="*/ 1080120 h 5904656"/>
                <a:gd name="connsiteX8" fmla="*/ 6336904 w 7704956"/>
                <a:gd name="connsiteY8" fmla="*/ 648072 h 5904656"/>
                <a:gd name="connsiteX9" fmla="*/ 5061462 w 7704956"/>
                <a:gd name="connsiteY9" fmla="*/ 648072 h 5904656"/>
                <a:gd name="connsiteX10" fmla="*/ 3888432 w 7704956"/>
                <a:gd name="connsiteY10" fmla="*/ 648072 h 5904656"/>
                <a:gd name="connsiteX11" fmla="*/ 3888432 w 7704956"/>
                <a:gd name="connsiteY11" fmla="*/ 1080120 h 5904656"/>
                <a:gd name="connsiteX12" fmla="*/ 4996778 w 7704956"/>
                <a:gd name="connsiteY12" fmla="*/ 1080120 h 5904656"/>
                <a:gd name="connsiteX13" fmla="*/ 4996778 w 7704956"/>
                <a:gd name="connsiteY13" fmla="*/ 648072 h 5904656"/>
                <a:gd name="connsiteX14" fmla="*/ 3888432 w 7704956"/>
                <a:gd name="connsiteY14" fmla="*/ 648072 h 5904656"/>
                <a:gd name="connsiteX15" fmla="*/ 0 w 7704956"/>
                <a:gd name="connsiteY15" fmla="*/ 0 h 5904656"/>
                <a:gd name="connsiteX16" fmla="*/ 7704956 w 7704956"/>
                <a:gd name="connsiteY16" fmla="*/ 0 h 5904656"/>
                <a:gd name="connsiteX17" fmla="*/ 7704956 w 7704956"/>
                <a:gd name="connsiteY17" fmla="*/ 5904656 h 5904656"/>
                <a:gd name="connsiteX18" fmla="*/ 0 w 7704956"/>
                <a:gd name="connsiteY18" fmla="*/ 5904656 h 5904656"/>
                <a:gd name="connsiteX19" fmla="*/ 0 w 7704956"/>
                <a:gd name="connsiteY19" fmla="*/ 0 h 5904656"/>
                <a:gd name="connsiteX0" fmla="*/ 71908 w 7704956"/>
                <a:gd name="connsiteY0" fmla="*/ 1728192 h 5904656"/>
                <a:gd name="connsiteX1" fmla="*/ 71908 w 7704956"/>
                <a:gd name="connsiteY1" fmla="*/ 2449524 h 5904656"/>
                <a:gd name="connsiteX2" fmla="*/ 730326 w 7704956"/>
                <a:gd name="connsiteY2" fmla="*/ 2403029 h 5904656"/>
                <a:gd name="connsiteX3" fmla="*/ 707078 w 7704956"/>
                <a:gd name="connsiteY3" fmla="*/ 1728193 h 5904656"/>
                <a:gd name="connsiteX4" fmla="*/ 71908 w 7704956"/>
                <a:gd name="connsiteY4" fmla="*/ 1728192 h 5904656"/>
                <a:gd name="connsiteX5" fmla="*/ 5061462 w 7704956"/>
                <a:gd name="connsiteY5" fmla="*/ 648072 h 5904656"/>
                <a:gd name="connsiteX6" fmla="*/ 5061462 w 7704956"/>
                <a:gd name="connsiteY6" fmla="*/ 1080120 h 5904656"/>
                <a:gd name="connsiteX7" fmla="*/ 6336904 w 7704956"/>
                <a:gd name="connsiteY7" fmla="*/ 1080120 h 5904656"/>
                <a:gd name="connsiteX8" fmla="*/ 6336904 w 7704956"/>
                <a:gd name="connsiteY8" fmla="*/ 648072 h 5904656"/>
                <a:gd name="connsiteX9" fmla="*/ 5061462 w 7704956"/>
                <a:gd name="connsiteY9" fmla="*/ 648072 h 5904656"/>
                <a:gd name="connsiteX10" fmla="*/ 3888432 w 7704956"/>
                <a:gd name="connsiteY10" fmla="*/ 648072 h 5904656"/>
                <a:gd name="connsiteX11" fmla="*/ 3888432 w 7704956"/>
                <a:gd name="connsiteY11" fmla="*/ 1080120 h 5904656"/>
                <a:gd name="connsiteX12" fmla="*/ 4996778 w 7704956"/>
                <a:gd name="connsiteY12" fmla="*/ 1080120 h 5904656"/>
                <a:gd name="connsiteX13" fmla="*/ 4996778 w 7704956"/>
                <a:gd name="connsiteY13" fmla="*/ 648072 h 5904656"/>
                <a:gd name="connsiteX14" fmla="*/ 3888432 w 7704956"/>
                <a:gd name="connsiteY14" fmla="*/ 648072 h 5904656"/>
                <a:gd name="connsiteX15" fmla="*/ 0 w 7704956"/>
                <a:gd name="connsiteY15" fmla="*/ 0 h 5904656"/>
                <a:gd name="connsiteX16" fmla="*/ 7704956 w 7704956"/>
                <a:gd name="connsiteY16" fmla="*/ 0 h 5904656"/>
                <a:gd name="connsiteX17" fmla="*/ 7704956 w 7704956"/>
                <a:gd name="connsiteY17" fmla="*/ 5904656 h 5904656"/>
                <a:gd name="connsiteX18" fmla="*/ 0 w 7704956"/>
                <a:gd name="connsiteY18" fmla="*/ 5904656 h 5904656"/>
                <a:gd name="connsiteX19" fmla="*/ 0 w 7704956"/>
                <a:gd name="connsiteY19" fmla="*/ 0 h 5904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704956" h="5904656">
                  <a:moveTo>
                    <a:pt x="71908" y="1728192"/>
                  </a:moveTo>
                  <a:lnTo>
                    <a:pt x="71908" y="2449524"/>
                  </a:lnTo>
                  <a:lnTo>
                    <a:pt x="730326" y="2403029"/>
                  </a:lnTo>
                  <a:cubicBezTo>
                    <a:pt x="730326" y="2162585"/>
                    <a:pt x="707078" y="1968637"/>
                    <a:pt x="707078" y="1728193"/>
                  </a:cubicBezTo>
                  <a:lnTo>
                    <a:pt x="71908" y="1728192"/>
                  </a:lnTo>
                  <a:close/>
                  <a:moveTo>
                    <a:pt x="5061462" y="648072"/>
                  </a:moveTo>
                  <a:lnTo>
                    <a:pt x="5061462" y="1080120"/>
                  </a:lnTo>
                  <a:lnTo>
                    <a:pt x="6336904" y="1080120"/>
                  </a:lnTo>
                  <a:lnTo>
                    <a:pt x="6336904" y="648072"/>
                  </a:lnTo>
                  <a:lnTo>
                    <a:pt x="5061462" y="648072"/>
                  </a:lnTo>
                  <a:close/>
                  <a:moveTo>
                    <a:pt x="3888432" y="648072"/>
                  </a:moveTo>
                  <a:lnTo>
                    <a:pt x="3888432" y="1080120"/>
                  </a:lnTo>
                  <a:lnTo>
                    <a:pt x="4996778" y="1080120"/>
                  </a:lnTo>
                  <a:lnTo>
                    <a:pt x="4996778" y="648072"/>
                  </a:lnTo>
                  <a:lnTo>
                    <a:pt x="3888432" y="648072"/>
                  </a:lnTo>
                  <a:close/>
                  <a:moveTo>
                    <a:pt x="0" y="0"/>
                  </a:moveTo>
                  <a:lnTo>
                    <a:pt x="7704956" y="0"/>
                  </a:lnTo>
                  <a:lnTo>
                    <a:pt x="7704956" y="5904656"/>
                  </a:lnTo>
                  <a:lnTo>
                    <a:pt x="0" y="5904656"/>
                  </a:lnTo>
                  <a:lnTo>
                    <a:pt x="0" y="0"/>
                  </a:lnTo>
                  <a:close/>
                </a:path>
              </a:pathLst>
            </a:custGeom>
            <a:solidFill>
              <a:schemeClr val="bg1">
                <a:alpha val="92000"/>
              </a:schemeClr>
            </a:solidFill>
            <a:ln w="1905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80975" indent="-180975" algn="ctr" eaLnBrk="0" hangingPunct="0">
                <a:spcBef>
                  <a:spcPct val="25000"/>
                </a:spcBef>
                <a:buClr>
                  <a:srgbClr val="003266"/>
                </a:buClr>
                <a:buFont typeface="Wingdings" pitchFamily="2" charset="2"/>
                <a:buChar char="§"/>
              </a:pPr>
              <a:endParaRPr lang="de-DE" dirty="0" err="1">
                <a:solidFill>
                  <a:srgbClr val="5A5A5A"/>
                </a:solidFill>
                <a:ea typeface="ＭＳ Ｐゴシック" pitchFamily="-109" charset="-128"/>
                <a:cs typeface="ＭＳ Ｐゴシック" pitchFamily="-111" charset="-128"/>
              </a:endParaRPr>
            </a:p>
          </p:txBody>
        </p:sp>
        <p:grpSp>
          <p:nvGrpSpPr>
            <p:cNvPr id="26" name="Gruppieren 25">
              <a:extLst>
                <a:ext uri="{FF2B5EF4-FFF2-40B4-BE49-F238E27FC236}">
                  <a16:creationId xmlns:a16="http://schemas.microsoft.com/office/drawing/2014/main" id="{F800E39A-F389-4BAF-9FD1-4C2604A64512}"/>
                </a:ext>
              </a:extLst>
            </p:cNvPr>
            <p:cNvGrpSpPr/>
            <p:nvPr/>
          </p:nvGrpSpPr>
          <p:grpSpPr>
            <a:xfrm>
              <a:off x="467444" y="1340768"/>
              <a:ext cx="6264996" cy="1801452"/>
              <a:chOff x="5507804" y="1493168"/>
              <a:chExt cx="6264996" cy="1801452"/>
            </a:xfrm>
          </p:grpSpPr>
          <p:sp>
            <p:nvSpPr>
              <p:cNvPr id="27" name="Rechteck 26">
                <a:extLst>
                  <a:ext uri="{FF2B5EF4-FFF2-40B4-BE49-F238E27FC236}">
                    <a16:creationId xmlns:a16="http://schemas.microsoft.com/office/drawing/2014/main" id="{FA193B3F-49C8-4392-B4D1-2C4D6FC29C98}"/>
                  </a:ext>
                </a:extLst>
              </p:cNvPr>
              <p:cNvSpPr/>
              <p:nvPr/>
            </p:nvSpPr>
            <p:spPr>
              <a:xfrm>
                <a:off x="5507804" y="2573288"/>
                <a:ext cx="648172" cy="721332"/>
              </a:xfrm>
              <a:prstGeom prst="rect">
                <a:avLst/>
              </a:prstGeom>
              <a:solidFill>
                <a:schemeClr val="bg1">
                  <a:alpha val="28000"/>
                </a:schemeClr>
              </a:solidFill>
              <a:ln w="57150">
                <a:solidFill>
                  <a:schemeClr val="accent1">
                    <a:lumMod val="50000"/>
                    <a:lumOff val="50000"/>
                  </a:schemeClr>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nchorCtr="0">
                <a:normAutofit/>
              </a:bodyPr>
              <a:lstStyle/>
              <a:p>
                <a:pPr algn="ctr" eaLnBrk="0" hangingPunct="0">
                  <a:spcBef>
                    <a:spcPct val="25000"/>
                  </a:spcBef>
                  <a:buClr>
                    <a:srgbClr val="003266"/>
                  </a:buClr>
                </a:pPr>
                <a:endParaRPr lang="de-DE" sz="3200" dirty="0">
                  <a:solidFill>
                    <a:srgbClr val="5A5A5A"/>
                  </a:solidFill>
                  <a:ea typeface="ＭＳ Ｐゴシック" pitchFamily="-109" charset="-128"/>
                  <a:cs typeface="ＭＳ Ｐゴシック" pitchFamily="-111" charset="-128"/>
                </a:endParaRPr>
              </a:p>
            </p:txBody>
          </p:sp>
          <p:sp>
            <p:nvSpPr>
              <p:cNvPr id="28" name="Rechteck 27">
                <a:extLst>
                  <a:ext uri="{FF2B5EF4-FFF2-40B4-BE49-F238E27FC236}">
                    <a16:creationId xmlns:a16="http://schemas.microsoft.com/office/drawing/2014/main" id="{B4D2A527-1A10-46BF-9F07-55711092CB2D}"/>
                  </a:ext>
                </a:extLst>
              </p:cNvPr>
              <p:cNvSpPr/>
              <p:nvPr/>
            </p:nvSpPr>
            <p:spPr>
              <a:xfrm>
                <a:off x="10497358" y="1493168"/>
                <a:ext cx="1275442" cy="432048"/>
              </a:xfrm>
              <a:prstGeom prst="rect">
                <a:avLst/>
              </a:prstGeom>
              <a:solidFill>
                <a:schemeClr val="bg1">
                  <a:alpha val="28000"/>
                </a:schemeClr>
              </a:solidFill>
              <a:ln w="57150">
                <a:solidFill>
                  <a:schemeClr val="accent1">
                    <a:lumMod val="50000"/>
                    <a:lumOff val="50000"/>
                  </a:schemeClr>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nchorCtr="0">
                <a:normAutofit fontScale="85000" lnSpcReduction="20000"/>
              </a:bodyPr>
              <a:lstStyle/>
              <a:p>
                <a:pPr algn="ctr" eaLnBrk="0" hangingPunct="0">
                  <a:spcBef>
                    <a:spcPct val="25000"/>
                  </a:spcBef>
                  <a:buClr>
                    <a:srgbClr val="003266"/>
                  </a:buClr>
                </a:pPr>
                <a:endParaRPr lang="de-DE" sz="3200" dirty="0">
                  <a:solidFill>
                    <a:srgbClr val="5A5A5A"/>
                  </a:solidFill>
                  <a:ea typeface="ＭＳ Ｐゴシック" pitchFamily="-109" charset="-128"/>
                  <a:cs typeface="ＭＳ Ｐゴシック" pitchFamily="-111" charset="-128"/>
                </a:endParaRPr>
              </a:p>
            </p:txBody>
          </p:sp>
          <p:sp>
            <p:nvSpPr>
              <p:cNvPr id="29" name="Rechteck 28">
                <a:extLst>
                  <a:ext uri="{FF2B5EF4-FFF2-40B4-BE49-F238E27FC236}">
                    <a16:creationId xmlns:a16="http://schemas.microsoft.com/office/drawing/2014/main" id="{BCF40054-8D60-483D-BE4C-8C31FB5A60A5}"/>
                  </a:ext>
                </a:extLst>
              </p:cNvPr>
              <p:cNvSpPr/>
              <p:nvPr/>
            </p:nvSpPr>
            <p:spPr>
              <a:xfrm>
                <a:off x="9324328" y="1493168"/>
                <a:ext cx="1108346" cy="432048"/>
              </a:xfrm>
              <a:prstGeom prst="rect">
                <a:avLst/>
              </a:prstGeom>
              <a:solidFill>
                <a:schemeClr val="bg1">
                  <a:alpha val="28000"/>
                </a:schemeClr>
              </a:solidFill>
              <a:ln w="57150">
                <a:solidFill>
                  <a:schemeClr val="accent1">
                    <a:lumMod val="50000"/>
                    <a:lumOff val="50000"/>
                  </a:schemeClr>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nchorCtr="0">
                <a:normAutofit fontScale="85000" lnSpcReduction="20000"/>
              </a:bodyPr>
              <a:lstStyle/>
              <a:p>
                <a:pPr algn="ctr" eaLnBrk="0" hangingPunct="0">
                  <a:spcBef>
                    <a:spcPct val="25000"/>
                  </a:spcBef>
                  <a:buClr>
                    <a:srgbClr val="003266"/>
                  </a:buClr>
                </a:pPr>
                <a:endParaRPr lang="de-DE" sz="3200" dirty="0">
                  <a:solidFill>
                    <a:srgbClr val="5A5A5A"/>
                  </a:solidFill>
                  <a:ea typeface="ＭＳ Ｐゴシック" pitchFamily="-109" charset="-128"/>
                  <a:cs typeface="ＭＳ Ｐゴシック" pitchFamily="-111" charset="-128"/>
                </a:endParaRPr>
              </a:p>
            </p:txBody>
          </p:sp>
        </p:grpSp>
      </p:grpSp>
      <p:sp>
        <p:nvSpPr>
          <p:cNvPr id="6" name="Textfeld 5">
            <a:extLst>
              <a:ext uri="{FF2B5EF4-FFF2-40B4-BE49-F238E27FC236}">
                <a16:creationId xmlns:a16="http://schemas.microsoft.com/office/drawing/2014/main" id="{5D15B97F-32EE-4497-A86E-E2A762EB1584}"/>
              </a:ext>
            </a:extLst>
          </p:cNvPr>
          <p:cNvSpPr txBox="1"/>
          <p:nvPr/>
        </p:nvSpPr>
        <p:spPr>
          <a:xfrm>
            <a:off x="1386672" y="1819367"/>
            <a:ext cx="6370655" cy="4739759"/>
          </a:xfrm>
          <a:prstGeom prst="rect">
            <a:avLst/>
          </a:prstGeom>
          <a:noFill/>
        </p:spPr>
        <p:txBody>
          <a:bodyPr wrap="none" rtlCol="0">
            <a:spAutoFit/>
          </a:bodyPr>
          <a:lstStyle/>
          <a:p>
            <a:r>
              <a:rPr lang="de-DE" sz="1400" dirty="0">
                <a:solidFill>
                  <a:srgbClr val="9BA634"/>
                </a:solidFill>
                <a:latin typeface="Courier New" panose="02070309020205020404" pitchFamily="49" charset="0"/>
                <a:cs typeface="Courier New" panose="02070309020205020404" pitchFamily="49" charset="0"/>
              </a:rPr>
              <a:t>@</a:t>
            </a:r>
            <a:r>
              <a:rPr lang="de-DE" sz="1400" dirty="0" err="1">
                <a:solidFill>
                  <a:srgbClr val="9BA634"/>
                </a:solidFill>
                <a:latin typeface="Courier New" panose="02070309020205020404" pitchFamily="49" charset="0"/>
                <a:cs typeface="Courier New" panose="02070309020205020404" pitchFamily="49" charset="0"/>
              </a:rPr>
              <a:t>NgModule</a:t>
            </a:r>
            <a:r>
              <a:rPr lang="de-DE" sz="1400" dirty="0">
                <a:solidFill>
                  <a:schemeClr val="accent1"/>
                </a:solidFill>
                <a:latin typeface="Courier New" panose="02070309020205020404" pitchFamily="49" charset="0"/>
                <a:cs typeface="Courier New" panose="02070309020205020404" pitchFamily="49" charset="0"/>
              </a:rPr>
              <a:t>({</a:t>
            </a:r>
          </a:p>
          <a:p>
            <a:pPr lvl="1"/>
            <a:r>
              <a:rPr lang="de-DE" sz="1400" dirty="0" err="1">
                <a:solidFill>
                  <a:schemeClr val="accent1"/>
                </a:solidFill>
                <a:latin typeface="Courier New" panose="02070309020205020404" pitchFamily="49" charset="0"/>
                <a:cs typeface="Courier New" panose="02070309020205020404" pitchFamily="49" charset="0"/>
              </a:rPr>
              <a:t>declarations</a:t>
            </a:r>
            <a:r>
              <a:rPr lang="de-DE" sz="1400" dirty="0">
                <a:solidFill>
                  <a:schemeClr val="accent1"/>
                </a:solidFill>
                <a:latin typeface="Courier New" panose="02070309020205020404" pitchFamily="49" charset="0"/>
                <a:cs typeface="Courier New" panose="02070309020205020404" pitchFamily="49" charset="0"/>
              </a:rPr>
              <a:t>: [</a:t>
            </a:r>
          </a:p>
          <a:p>
            <a:pPr lvl="2"/>
            <a:r>
              <a:rPr lang="de-DE" sz="1400" dirty="0" err="1">
                <a:solidFill>
                  <a:schemeClr val="accent1"/>
                </a:solidFill>
                <a:latin typeface="Courier New" panose="02070309020205020404" pitchFamily="49" charset="0"/>
                <a:cs typeface="Courier New" panose="02070309020205020404" pitchFamily="49" charset="0"/>
              </a:rPr>
              <a:t>AppComponent</a:t>
            </a:r>
            <a:r>
              <a:rPr lang="de-DE" sz="1400" dirty="0">
                <a:solidFill>
                  <a:schemeClr val="accent1"/>
                </a:solidFill>
                <a:latin typeface="Courier New" panose="02070309020205020404" pitchFamily="49" charset="0"/>
                <a:cs typeface="Courier New" panose="02070309020205020404" pitchFamily="49" charset="0"/>
              </a:rPr>
              <a:t>,</a:t>
            </a:r>
          </a:p>
          <a:p>
            <a:pPr lvl="2"/>
            <a:r>
              <a:rPr lang="de-DE" sz="1400" dirty="0" err="1">
                <a:solidFill>
                  <a:schemeClr val="accent1"/>
                </a:solidFill>
                <a:latin typeface="Courier New" panose="02070309020205020404" pitchFamily="49" charset="0"/>
                <a:cs typeface="Courier New" panose="02070309020205020404" pitchFamily="49" charset="0"/>
              </a:rPr>
              <a:t>PageNotFoundComponent</a:t>
            </a:r>
            <a:r>
              <a:rPr lang="de-DE" sz="1400" dirty="0">
                <a:solidFill>
                  <a:schemeClr val="accent1"/>
                </a:solidFill>
                <a:latin typeface="Courier New" panose="02070309020205020404" pitchFamily="49" charset="0"/>
                <a:cs typeface="Courier New" panose="02070309020205020404" pitchFamily="49" charset="0"/>
              </a:rPr>
              <a:t>,</a:t>
            </a:r>
          </a:p>
          <a:p>
            <a:pPr lvl="2"/>
            <a:r>
              <a:rPr lang="de-DE" sz="1400" dirty="0" err="1">
                <a:solidFill>
                  <a:schemeClr val="accent1"/>
                </a:solidFill>
                <a:latin typeface="Courier New" panose="02070309020205020404" pitchFamily="49" charset="0"/>
                <a:cs typeface="Courier New" panose="02070309020205020404" pitchFamily="49" charset="0"/>
              </a:rPr>
              <a:t>HomeComponent</a:t>
            </a:r>
            <a:r>
              <a:rPr lang="de-DE" sz="1400" dirty="0">
                <a:solidFill>
                  <a:schemeClr val="accent1"/>
                </a:solidFill>
                <a:latin typeface="Courier New" panose="02070309020205020404" pitchFamily="49" charset="0"/>
                <a:cs typeface="Courier New" panose="02070309020205020404" pitchFamily="49" charset="0"/>
              </a:rPr>
              <a:t>,</a:t>
            </a:r>
          </a:p>
          <a:p>
            <a:pPr lvl="2"/>
            <a:r>
              <a:rPr lang="de-DE" sz="1400" dirty="0" err="1">
                <a:solidFill>
                  <a:schemeClr val="accent1"/>
                </a:solidFill>
                <a:latin typeface="Courier New" panose="02070309020205020404" pitchFamily="49" charset="0"/>
                <a:cs typeface="Courier New" panose="02070309020205020404" pitchFamily="49" charset="0"/>
              </a:rPr>
              <a:t>LoginComponent</a:t>
            </a:r>
            <a:endParaRPr lang="de-DE" sz="1400" dirty="0">
              <a:solidFill>
                <a:schemeClr val="accent1"/>
              </a:solidFill>
              <a:latin typeface="Courier New" panose="02070309020205020404" pitchFamily="49" charset="0"/>
              <a:cs typeface="Courier New" panose="02070309020205020404" pitchFamily="49" charset="0"/>
            </a:endParaRPr>
          </a:p>
          <a:p>
            <a:pPr lvl="1"/>
            <a:r>
              <a:rPr lang="de-DE" sz="1400" dirty="0">
                <a:solidFill>
                  <a:schemeClr val="accent1"/>
                </a:solidFill>
                <a:latin typeface="Courier New" panose="02070309020205020404" pitchFamily="49" charset="0"/>
                <a:cs typeface="Courier New" panose="02070309020205020404" pitchFamily="49" charset="0"/>
              </a:rPr>
              <a:t>],</a:t>
            </a:r>
          </a:p>
          <a:p>
            <a:pPr lvl="1"/>
            <a:r>
              <a:rPr lang="de-DE" sz="1400" dirty="0" err="1">
                <a:solidFill>
                  <a:schemeClr val="accent1"/>
                </a:solidFill>
                <a:latin typeface="Courier New" panose="02070309020205020404" pitchFamily="49" charset="0"/>
                <a:cs typeface="Courier New" panose="02070309020205020404" pitchFamily="49" charset="0"/>
              </a:rPr>
              <a:t>imports</a:t>
            </a:r>
            <a:r>
              <a:rPr lang="de-DE" sz="1400" dirty="0">
                <a:solidFill>
                  <a:schemeClr val="accent1"/>
                </a:solidFill>
                <a:latin typeface="Courier New" panose="02070309020205020404" pitchFamily="49" charset="0"/>
                <a:cs typeface="Courier New" panose="02070309020205020404" pitchFamily="49" charset="0"/>
              </a:rPr>
              <a:t>: [</a:t>
            </a:r>
          </a:p>
          <a:p>
            <a:pPr lvl="1"/>
            <a:endParaRPr lang="de-DE" sz="1400" dirty="0">
              <a:solidFill>
                <a:schemeClr val="accent1"/>
              </a:solidFill>
              <a:latin typeface="Courier New" panose="02070309020205020404" pitchFamily="49" charset="0"/>
              <a:cs typeface="Courier New" panose="02070309020205020404" pitchFamily="49" charset="0"/>
            </a:endParaRPr>
          </a:p>
          <a:p>
            <a:pPr lvl="2"/>
            <a:r>
              <a:rPr lang="de-DE" sz="1600" dirty="0" err="1">
                <a:solidFill>
                  <a:schemeClr val="accent1">
                    <a:lumMod val="50000"/>
                    <a:lumOff val="50000"/>
                  </a:schemeClr>
                </a:solidFill>
                <a:latin typeface="Courier New" panose="02070309020205020404" pitchFamily="49" charset="0"/>
                <a:cs typeface="Courier New" panose="02070309020205020404" pitchFamily="49" charset="0"/>
              </a:rPr>
              <a:t>BedarfeModule</a:t>
            </a:r>
            <a:r>
              <a:rPr lang="de-DE" sz="1600" dirty="0">
                <a:solidFill>
                  <a:schemeClr val="accent1">
                    <a:lumMod val="50000"/>
                    <a:lumOff val="50000"/>
                  </a:schemeClr>
                </a:solidFill>
                <a:latin typeface="Courier New" panose="02070309020205020404" pitchFamily="49" charset="0"/>
                <a:cs typeface="Courier New" panose="02070309020205020404" pitchFamily="49" charset="0"/>
              </a:rPr>
              <a:t>,</a:t>
            </a:r>
          </a:p>
          <a:p>
            <a:pPr lvl="2"/>
            <a:r>
              <a:rPr lang="de-DE" sz="1600" dirty="0" err="1">
                <a:solidFill>
                  <a:schemeClr val="accent1">
                    <a:lumMod val="50000"/>
                    <a:lumOff val="50000"/>
                  </a:schemeClr>
                </a:solidFill>
                <a:latin typeface="Courier New" panose="02070309020205020404" pitchFamily="49" charset="0"/>
                <a:cs typeface="Courier New" panose="02070309020205020404" pitchFamily="49" charset="0"/>
              </a:rPr>
              <a:t>TermineModule</a:t>
            </a:r>
            <a:r>
              <a:rPr lang="de-DE" sz="1600" dirty="0">
                <a:solidFill>
                  <a:schemeClr val="accent1">
                    <a:lumMod val="50000"/>
                    <a:lumOff val="50000"/>
                  </a:schemeClr>
                </a:solidFill>
                <a:latin typeface="Courier New" panose="02070309020205020404" pitchFamily="49" charset="0"/>
                <a:cs typeface="Courier New" panose="02070309020205020404" pitchFamily="49" charset="0"/>
              </a:rPr>
              <a:t>,</a:t>
            </a:r>
          </a:p>
          <a:p>
            <a:pPr lvl="2"/>
            <a:r>
              <a:rPr lang="de-DE" sz="1600" dirty="0" err="1">
                <a:solidFill>
                  <a:schemeClr val="accent1">
                    <a:lumMod val="50000"/>
                    <a:lumOff val="50000"/>
                  </a:schemeClr>
                </a:solidFill>
                <a:latin typeface="Courier New" panose="02070309020205020404" pitchFamily="49" charset="0"/>
                <a:cs typeface="Courier New" panose="02070309020205020404" pitchFamily="49" charset="0"/>
              </a:rPr>
              <a:t>AdminModule</a:t>
            </a:r>
            <a:r>
              <a:rPr lang="de-DE" sz="1600" dirty="0">
                <a:solidFill>
                  <a:schemeClr val="accent1">
                    <a:lumMod val="50000"/>
                    <a:lumOff val="50000"/>
                  </a:schemeClr>
                </a:solidFill>
                <a:latin typeface="Courier New" panose="02070309020205020404" pitchFamily="49" charset="0"/>
                <a:cs typeface="Courier New" panose="02070309020205020404" pitchFamily="49" charset="0"/>
              </a:rPr>
              <a:t>,</a:t>
            </a:r>
          </a:p>
          <a:p>
            <a:pPr lvl="2"/>
            <a:endParaRPr lang="de-DE" sz="1600" dirty="0">
              <a:solidFill>
                <a:schemeClr val="accent1"/>
              </a:solidFill>
              <a:latin typeface="Courier New" panose="02070309020205020404" pitchFamily="49" charset="0"/>
              <a:cs typeface="Courier New" panose="02070309020205020404" pitchFamily="49" charset="0"/>
            </a:endParaRPr>
          </a:p>
          <a:p>
            <a:pPr lvl="2"/>
            <a:r>
              <a:rPr lang="de-DE" sz="1400" dirty="0">
                <a:solidFill>
                  <a:schemeClr val="accent1"/>
                </a:solidFill>
                <a:latin typeface="Courier New" panose="02070309020205020404" pitchFamily="49" charset="0"/>
                <a:cs typeface="Courier New" panose="02070309020205020404" pitchFamily="49" charset="0"/>
              </a:rPr>
              <a:t>// Hauptrouting muss nach anderen Routen kommen</a:t>
            </a:r>
          </a:p>
          <a:p>
            <a:pPr lvl="2"/>
            <a:r>
              <a:rPr lang="de-DE" sz="1400" dirty="0" err="1">
                <a:solidFill>
                  <a:schemeClr val="accent1"/>
                </a:solidFill>
                <a:latin typeface="Courier New" panose="02070309020205020404" pitchFamily="49" charset="0"/>
                <a:cs typeface="Courier New" panose="02070309020205020404" pitchFamily="49" charset="0"/>
              </a:rPr>
              <a:t>AppRoutingModule</a:t>
            </a:r>
            <a:r>
              <a:rPr lang="de-DE" sz="1400" dirty="0">
                <a:solidFill>
                  <a:schemeClr val="accent1"/>
                </a:solidFill>
                <a:latin typeface="Courier New" panose="02070309020205020404" pitchFamily="49" charset="0"/>
                <a:cs typeface="Courier New" panose="02070309020205020404" pitchFamily="49" charset="0"/>
              </a:rPr>
              <a:t>, </a:t>
            </a:r>
            <a:br>
              <a:rPr lang="de-DE" sz="1400" dirty="0">
                <a:solidFill>
                  <a:schemeClr val="accent1"/>
                </a:solidFill>
                <a:latin typeface="Courier New" panose="02070309020205020404" pitchFamily="49" charset="0"/>
                <a:cs typeface="Courier New" panose="02070309020205020404" pitchFamily="49" charset="0"/>
              </a:rPr>
            </a:br>
            <a:r>
              <a:rPr lang="de-DE" sz="1400" dirty="0">
                <a:solidFill>
                  <a:schemeClr val="accent1"/>
                </a:solidFill>
                <a:latin typeface="Courier New" panose="02070309020205020404" pitchFamily="49" charset="0"/>
                <a:cs typeface="Courier New" panose="02070309020205020404" pitchFamily="49" charset="0"/>
              </a:rPr>
              <a:t>],</a:t>
            </a:r>
          </a:p>
          <a:p>
            <a:pPr lvl="1"/>
            <a:r>
              <a:rPr lang="de-DE" sz="1400" dirty="0" err="1">
                <a:solidFill>
                  <a:schemeClr val="accent1"/>
                </a:solidFill>
                <a:latin typeface="Courier New" panose="02070309020205020404" pitchFamily="49" charset="0"/>
                <a:cs typeface="Courier New" panose="02070309020205020404" pitchFamily="49" charset="0"/>
              </a:rPr>
              <a:t>providers</a:t>
            </a:r>
            <a:r>
              <a:rPr lang="de-DE" sz="1400" dirty="0">
                <a:solidFill>
                  <a:schemeClr val="accent1"/>
                </a:solidFill>
                <a:latin typeface="Courier New" panose="02070309020205020404" pitchFamily="49" charset="0"/>
                <a:cs typeface="Courier New" panose="02070309020205020404" pitchFamily="49" charset="0"/>
              </a:rPr>
              <a:t>: [</a:t>
            </a:r>
          </a:p>
          <a:p>
            <a:pPr lvl="2"/>
            <a:r>
              <a:rPr lang="de-DE" sz="1400" dirty="0">
                <a:solidFill>
                  <a:schemeClr val="accent1"/>
                </a:solidFill>
                <a:latin typeface="Courier New" panose="02070309020205020404" pitchFamily="49" charset="0"/>
                <a:cs typeface="Courier New" panose="02070309020205020404" pitchFamily="49" charset="0"/>
              </a:rPr>
              <a:t>{ </a:t>
            </a:r>
            <a:r>
              <a:rPr lang="de-DE" sz="1400" dirty="0" err="1">
                <a:solidFill>
                  <a:schemeClr val="accent1"/>
                </a:solidFill>
                <a:latin typeface="Courier New" panose="02070309020205020404" pitchFamily="49" charset="0"/>
                <a:cs typeface="Courier New" panose="02070309020205020404" pitchFamily="49" charset="0"/>
              </a:rPr>
              <a:t>provide</a:t>
            </a:r>
            <a:r>
              <a:rPr lang="de-DE" sz="1400" dirty="0">
                <a:solidFill>
                  <a:schemeClr val="accent1"/>
                </a:solidFill>
                <a:latin typeface="Courier New" panose="02070309020205020404" pitchFamily="49" charset="0"/>
                <a:cs typeface="Courier New" panose="02070309020205020404" pitchFamily="49" charset="0"/>
              </a:rPr>
              <a:t>: Http, </a:t>
            </a:r>
            <a:r>
              <a:rPr lang="de-DE" sz="1400" dirty="0" err="1">
                <a:solidFill>
                  <a:schemeClr val="accent1"/>
                </a:solidFill>
                <a:latin typeface="Courier New" panose="02070309020205020404" pitchFamily="49" charset="0"/>
                <a:cs typeface="Courier New" panose="02070309020205020404" pitchFamily="49" charset="0"/>
              </a:rPr>
              <a:t>useClass</a:t>
            </a:r>
            <a:r>
              <a:rPr lang="de-DE" sz="1400" dirty="0">
                <a:solidFill>
                  <a:schemeClr val="accent1"/>
                </a:solidFill>
                <a:latin typeface="Courier New" panose="02070309020205020404" pitchFamily="49" charset="0"/>
                <a:cs typeface="Courier New" panose="02070309020205020404" pitchFamily="49" charset="0"/>
              </a:rPr>
              <a:t>: </a:t>
            </a:r>
            <a:r>
              <a:rPr lang="de-DE" sz="1400" dirty="0" err="1">
                <a:solidFill>
                  <a:schemeClr val="accent1"/>
                </a:solidFill>
                <a:latin typeface="Courier New" panose="02070309020205020404" pitchFamily="49" charset="0"/>
                <a:cs typeface="Courier New" panose="02070309020205020404" pitchFamily="49" charset="0"/>
              </a:rPr>
              <a:t>ExtendedHttpService</a:t>
            </a:r>
            <a:r>
              <a:rPr lang="de-DE" sz="1400" dirty="0">
                <a:solidFill>
                  <a:schemeClr val="accent1"/>
                </a:solidFill>
                <a:latin typeface="Courier New" panose="02070309020205020404" pitchFamily="49" charset="0"/>
                <a:cs typeface="Courier New" panose="02070309020205020404" pitchFamily="49" charset="0"/>
              </a:rPr>
              <a:t> },</a:t>
            </a:r>
          </a:p>
          <a:p>
            <a:pPr lvl="1"/>
            <a:r>
              <a:rPr lang="de-DE" sz="1400" dirty="0">
                <a:solidFill>
                  <a:schemeClr val="accent1"/>
                </a:solidFill>
                <a:latin typeface="Courier New" panose="02070309020205020404" pitchFamily="49" charset="0"/>
                <a:cs typeface="Courier New" panose="02070309020205020404" pitchFamily="49" charset="0"/>
              </a:rPr>
              <a:t>],</a:t>
            </a:r>
          </a:p>
          <a:p>
            <a:pPr lvl="1"/>
            <a:r>
              <a:rPr lang="de-DE" sz="1400" dirty="0" err="1">
                <a:solidFill>
                  <a:schemeClr val="accent1"/>
                </a:solidFill>
                <a:latin typeface="Courier New" panose="02070309020205020404" pitchFamily="49" charset="0"/>
                <a:cs typeface="Courier New" panose="02070309020205020404" pitchFamily="49" charset="0"/>
              </a:rPr>
              <a:t>bootstrap</a:t>
            </a:r>
            <a:r>
              <a:rPr lang="de-DE" sz="1400" dirty="0">
                <a:solidFill>
                  <a:schemeClr val="accent1"/>
                </a:solidFill>
                <a:latin typeface="Courier New" panose="02070309020205020404" pitchFamily="49" charset="0"/>
                <a:cs typeface="Courier New" panose="02070309020205020404" pitchFamily="49" charset="0"/>
              </a:rPr>
              <a:t>: [</a:t>
            </a:r>
            <a:r>
              <a:rPr lang="de-DE" sz="1400" dirty="0" err="1">
                <a:solidFill>
                  <a:schemeClr val="accent1"/>
                </a:solidFill>
                <a:latin typeface="Courier New" panose="02070309020205020404" pitchFamily="49" charset="0"/>
                <a:cs typeface="Courier New" panose="02070309020205020404" pitchFamily="49" charset="0"/>
              </a:rPr>
              <a:t>AppComponent</a:t>
            </a:r>
            <a:r>
              <a:rPr lang="de-DE" sz="1400" dirty="0">
                <a:solidFill>
                  <a:schemeClr val="accent1"/>
                </a:solidFill>
                <a:latin typeface="Courier New" panose="02070309020205020404" pitchFamily="49" charset="0"/>
                <a:cs typeface="Courier New" panose="02070309020205020404" pitchFamily="49" charset="0"/>
              </a:rPr>
              <a:t>]</a:t>
            </a:r>
          </a:p>
          <a:p>
            <a:r>
              <a:rPr lang="de-DE" sz="1400" dirty="0">
                <a:solidFill>
                  <a:schemeClr val="accent1"/>
                </a:solidFill>
                <a:latin typeface="Courier New" panose="02070309020205020404" pitchFamily="49" charset="0"/>
                <a:cs typeface="Courier New" panose="02070309020205020404" pitchFamily="49" charset="0"/>
              </a:rPr>
              <a:t>})</a:t>
            </a:r>
          </a:p>
        </p:txBody>
      </p:sp>
      <p:sp>
        <p:nvSpPr>
          <p:cNvPr id="9" name="Rechteck 8">
            <a:extLst>
              <a:ext uri="{FF2B5EF4-FFF2-40B4-BE49-F238E27FC236}">
                <a16:creationId xmlns:a16="http://schemas.microsoft.com/office/drawing/2014/main" id="{269138F0-19D5-4FAC-BFD9-B28C71C462E5}"/>
              </a:ext>
            </a:extLst>
          </p:cNvPr>
          <p:cNvSpPr/>
          <p:nvPr/>
        </p:nvSpPr>
        <p:spPr>
          <a:xfrm rot="20596686">
            <a:off x="6769711" y="5721671"/>
            <a:ext cx="1482375" cy="417143"/>
          </a:xfrm>
          <a:prstGeom prst="rect">
            <a:avLst/>
          </a:prstGeom>
          <a:ln/>
        </p:spPr>
        <p:style>
          <a:lnRef idx="1">
            <a:schemeClr val="accent5"/>
          </a:lnRef>
          <a:fillRef idx="3">
            <a:schemeClr val="accent5"/>
          </a:fillRef>
          <a:effectRef idx="2">
            <a:schemeClr val="accent5"/>
          </a:effectRef>
          <a:fontRef idx="minor">
            <a:schemeClr val="lt1"/>
          </a:fontRef>
        </p:style>
        <p:txBody>
          <a:bodyPr rtlCol="0" anchor="t" anchorCtr="0">
            <a:normAutofit fontScale="55000" lnSpcReduction="20000"/>
          </a:bodyPr>
          <a:lstStyle/>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Exkurs Authentifizierung?</a:t>
            </a:r>
          </a:p>
        </p:txBody>
      </p:sp>
    </p:spTree>
    <p:extLst>
      <p:ext uri="{BB962C8B-B14F-4D97-AF65-F5344CB8AC3E}">
        <p14:creationId xmlns:p14="http://schemas.microsoft.com/office/powerpoint/2010/main" val="40004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Module können Klassen exportieren und DI</a:t>
            </a:r>
          </a:p>
        </p:txBody>
      </p:sp>
      <p:sp>
        <p:nvSpPr>
          <p:cNvPr id="4" name="Inhaltsplatzhalter 3">
            <a:extLst>
              <a:ext uri="{FF2B5EF4-FFF2-40B4-BE49-F238E27FC236}">
                <a16:creationId xmlns:a16="http://schemas.microsoft.com/office/drawing/2014/main" id="{FA6324C9-321C-4FCF-B80F-7A8DB0ED1DAA}"/>
              </a:ext>
            </a:extLst>
          </p:cNvPr>
          <p:cNvSpPr>
            <a:spLocks noGrp="1"/>
          </p:cNvSpPr>
          <p:nvPr>
            <p:ph sz="quarter" idx="10"/>
          </p:nvPr>
        </p:nvSpPr>
        <p:spPr>
          <a:ln>
            <a:noFill/>
          </a:ln>
        </p:spPr>
        <p:txBody>
          <a:bodyPr>
            <a:normAutofit fontScale="85000" lnSpcReduction="20000"/>
          </a:bodyPr>
          <a:lstStyle/>
          <a:p>
            <a:pPr marL="0" indent="0">
              <a:buNone/>
            </a:pPr>
            <a:r>
              <a:rPr lang="de-DE" b="1" dirty="0">
                <a:solidFill>
                  <a:srgbClr val="9BA634"/>
                </a:solidFill>
                <a:latin typeface="Courier New" panose="02070309020205020404" pitchFamily="49" charset="0"/>
                <a:cs typeface="Courier New" panose="02070309020205020404" pitchFamily="49" charset="0"/>
              </a:rPr>
              <a:t>@</a:t>
            </a:r>
            <a:r>
              <a:rPr lang="de-DE" b="1" dirty="0" err="1">
                <a:solidFill>
                  <a:srgbClr val="9BA634"/>
                </a:solidFill>
                <a:latin typeface="Courier New" panose="02070309020205020404" pitchFamily="49" charset="0"/>
                <a:cs typeface="Courier New" panose="02070309020205020404" pitchFamily="49" charset="0"/>
              </a:rPr>
              <a:t>NgModule</a:t>
            </a:r>
            <a:r>
              <a:rPr lang="de-DE" b="1" dirty="0">
                <a:latin typeface="Courier New" panose="02070309020205020404" pitchFamily="49" charset="0"/>
                <a:cs typeface="Courier New" panose="02070309020205020404" pitchFamily="49" charset="0"/>
              </a:rPr>
              <a:t>({</a:t>
            </a:r>
          </a:p>
          <a:p>
            <a:pPr marL="446088" lvl="1" indent="0">
              <a:buNone/>
            </a:pPr>
            <a:r>
              <a:rPr lang="de-DE" b="1" dirty="0" err="1">
                <a:latin typeface="Courier New" panose="02070309020205020404" pitchFamily="49" charset="0"/>
                <a:cs typeface="Courier New" panose="02070309020205020404" pitchFamily="49" charset="0"/>
              </a:rPr>
              <a:t>declarations</a:t>
            </a:r>
            <a:r>
              <a:rPr lang="de-DE" b="1" dirty="0">
                <a:latin typeface="Courier New" panose="02070309020205020404" pitchFamily="49" charset="0"/>
                <a:cs typeface="Courier New" panose="02070309020205020404" pitchFamily="49" charset="0"/>
              </a:rPr>
              <a:t>: [</a:t>
            </a:r>
          </a:p>
          <a:p>
            <a:pPr marL="800100" lvl="2" indent="0">
              <a:buNone/>
            </a:pPr>
            <a:r>
              <a:rPr lang="de-DE" b="1" dirty="0" err="1">
                <a:latin typeface="Courier New" panose="02070309020205020404" pitchFamily="49" charset="0"/>
                <a:cs typeface="Courier New" panose="02070309020205020404" pitchFamily="49" charset="0"/>
              </a:rPr>
              <a:t>HauptNavigationComponent</a:t>
            </a:r>
            <a:r>
              <a:rPr lang="de-DE" b="1" dirty="0">
                <a:latin typeface="Courier New" panose="02070309020205020404" pitchFamily="49" charset="0"/>
                <a:cs typeface="Courier New" panose="02070309020205020404" pitchFamily="49" charset="0"/>
              </a:rPr>
              <a:t>,</a:t>
            </a:r>
          </a:p>
          <a:p>
            <a:pPr marL="800100" lvl="2" indent="0">
              <a:buNone/>
            </a:pPr>
            <a:r>
              <a:rPr lang="de-DE" b="1" dirty="0" err="1">
                <a:latin typeface="Courier New" panose="02070309020205020404" pitchFamily="49" charset="0"/>
                <a:cs typeface="Courier New" panose="02070309020205020404" pitchFamily="49" charset="0"/>
              </a:rPr>
              <a:t>EditorComponent</a:t>
            </a:r>
            <a:r>
              <a:rPr lang="de-DE" b="1" dirty="0">
                <a:latin typeface="Courier New" panose="02070309020205020404" pitchFamily="49" charset="0"/>
                <a:cs typeface="Courier New" panose="02070309020205020404" pitchFamily="49" charset="0"/>
              </a:rPr>
              <a:t>,</a:t>
            </a:r>
          </a:p>
          <a:p>
            <a:pPr marL="800100" lvl="2" indent="0">
              <a:buNone/>
            </a:pPr>
            <a:r>
              <a:rPr lang="de-DE" b="1" dirty="0" err="1">
                <a:latin typeface="Courier New" panose="02070309020205020404" pitchFamily="49" charset="0"/>
                <a:cs typeface="Courier New" panose="02070309020205020404" pitchFamily="49" charset="0"/>
              </a:rPr>
              <a:t>NavigationsBaumComponent</a:t>
            </a:r>
            <a:r>
              <a:rPr lang="de-DE" b="1" dirty="0">
                <a:latin typeface="Courier New" panose="02070309020205020404" pitchFamily="49" charset="0"/>
                <a:cs typeface="Courier New" panose="02070309020205020404" pitchFamily="49" charset="0"/>
              </a:rPr>
              <a:t>,</a:t>
            </a:r>
          </a:p>
          <a:p>
            <a:pPr marL="446088" lvl="1" indent="0">
              <a:buNone/>
            </a:pPr>
            <a:r>
              <a:rPr lang="de-DE" b="1" dirty="0">
                <a:latin typeface="Courier New" panose="02070309020205020404" pitchFamily="49" charset="0"/>
                <a:cs typeface="Courier New" panose="02070309020205020404" pitchFamily="49" charset="0"/>
              </a:rPr>
              <a:t>],</a:t>
            </a:r>
          </a:p>
          <a:p>
            <a:pPr marL="446088" lvl="1" indent="0">
              <a:buNone/>
            </a:pPr>
            <a:r>
              <a:rPr lang="de-DE" b="1" dirty="0" err="1">
                <a:latin typeface="Courier New" panose="02070309020205020404" pitchFamily="49" charset="0"/>
                <a:cs typeface="Courier New" panose="02070309020205020404" pitchFamily="49" charset="0"/>
              </a:rPr>
              <a:t>imports</a:t>
            </a:r>
            <a:r>
              <a:rPr lang="de-DE" b="1" dirty="0">
                <a:latin typeface="Courier New" panose="02070309020205020404" pitchFamily="49" charset="0"/>
                <a:cs typeface="Courier New" panose="02070309020205020404" pitchFamily="49" charset="0"/>
              </a:rPr>
              <a:t>: [],</a:t>
            </a:r>
          </a:p>
          <a:p>
            <a:pPr marL="446088" lvl="1" indent="0">
              <a:buNone/>
            </a:pPr>
            <a:r>
              <a:rPr lang="de-DE" b="1" dirty="0" err="1">
                <a:latin typeface="Courier New" panose="02070309020205020404" pitchFamily="49" charset="0"/>
                <a:cs typeface="Courier New" panose="02070309020205020404" pitchFamily="49" charset="0"/>
              </a:rPr>
              <a:t>exports</a:t>
            </a:r>
            <a:r>
              <a:rPr lang="de-DE" b="1" dirty="0">
                <a:latin typeface="Courier New" panose="02070309020205020404" pitchFamily="49" charset="0"/>
                <a:cs typeface="Courier New" panose="02070309020205020404" pitchFamily="49" charset="0"/>
              </a:rPr>
              <a:t>: [</a:t>
            </a:r>
          </a:p>
          <a:p>
            <a:pPr marL="800100" lvl="2" indent="0">
              <a:buNone/>
            </a:pPr>
            <a:r>
              <a:rPr lang="de-DE" b="1" dirty="0" err="1">
                <a:solidFill>
                  <a:srgbClr val="46A1AE"/>
                </a:solidFill>
                <a:latin typeface="Courier New" panose="02070309020205020404" pitchFamily="49" charset="0"/>
                <a:cs typeface="Courier New" panose="02070309020205020404" pitchFamily="49" charset="0"/>
              </a:rPr>
              <a:t>HauptNavigationComponent</a:t>
            </a:r>
            <a:r>
              <a:rPr lang="de-DE" b="1" dirty="0">
                <a:solidFill>
                  <a:srgbClr val="46A1AE"/>
                </a:solidFill>
                <a:latin typeface="Courier New" panose="02070309020205020404" pitchFamily="49" charset="0"/>
                <a:cs typeface="Courier New" panose="02070309020205020404" pitchFamily="49" charset="0"/>
              </a:rPr>
              <a:t>,</a:t>
            </a:r>
          </a:p>
          <a:p>
            <a:pPr marL="800100" lvl="2" indent="0">
              <a:buNone/>
            </a:pPr>
            <a:r>
              <a:rPr lang="de-DE" b="1" dirty="0" err="1">
                <a:solidFill>
                  <a:srgbClr val="46A1AE"/>
                </a:solidFill>
                <a:latin typeface="Courier New" panose="02070309020205020404" pitchFamily="49" charset="0"/>
                <a:cs typeface="Courier New" panose="02070309020205020404" pitchFamily="49" charset="0"/>
              </a:rPr>
              <a:t>EditorComponent</a:t>
            </a:r>
            <a:r>
              <a:rPr lang="de-DE" b="1" dirty="0">
                <a:solidFill>
                  <a:srgbClr val="46A1AE"/>
                </a:solidFill>
                <a:latin typeface="Courier New" panose="02070309020205020404" pitchFamily="49" charset="0"/>
                <a:cs typeface="Courier New" panose="02070309020205020404" pitchFamily="49" charset="0"/>
              </a:rPr>
              <a:t>,</a:t>
            </a:r>
          </a:p>
          <a:p>
            <a:pPr marL="800100" lvl="2" indent="0">
              <a:buNone/>
            </a:pPr>
            <a:r>
              <a:rPr lang="de-DE" b="1" dirty="0" err="1">
                <a:solidFill>
                  <a:srgbClr val="46A1AE"/>
                </a:solidFill>
                <a:latin typeface="Courier New" panose="02070309020205020404" pitchFamily="49" charset="0"/>
                <a:cs typeface="Courier New" panose="02070309020205020404" pitchFamily="49" charset="0"/>
              </a:rPr>
              <a:t>NavigationsBaumComponent</a:t>
            </a:r>
            <a:r>
              <a:rPr lang="de-DE" b="1" dirty="0">
                <a:solidFill>
                  <a:srgbClr val="46A1AE"/>
                </a:solidFill>
                <a:latin typeface="Courier New" panose="02070309020205020404" pitchFamily="49" charset="0"/>
                <a:cs typeface="Courier New" panose="02070309020205020404" pitchFamily="49" charset="0"/>
              </a:rPr>
              <a:t>,</a:t>
            </a:r>
          </a:p>
          <a:p>
            <a:pPr marL="446088" lvl="1" indent="0">
              <a:buNone/>
            </a:pPr>
            <a:r>
              <a:rPr lang="de-DE" b="1" dirty="0">
                <a:latin typeface="Courier New" panose="02070309020205020404" pitchFamily="49" charset="0"/>
                <a:cs typeface="Courier New" panose="02070309020205020404" pitchFamily="49" charset="0"/>
              </a:rPr>
              <a:t>],</a:t>
            </a:r>
          </a:p>
          <a:p>
            <a:pPr marL="446088" lvl="1" indent="0">
              <a:buNone/>
            </a:pPr>
            <a:r>
              <a:rPr lang="de-DE" b="1" dirty="0" err="1">
                <a:latin typeface="Courier New" panose="02070309020205020404" pitchFamily="49" charset="0"/>
                <a:cs typeface="Courier New" panose="02070309020205020404" pitchFamily="49" charset="0"/>
              </a:rPr>
              <a:t>providers</a:t>
            </a:r>
            <a:r>
              <a:rPr lang="de-DE" b="1" dirty="0">
                <a:latin typeface="Courier New" panose="02070309020205020404" pitchFamily="49" charset="0"/>
                <a:cs typeface="Courier New" panose="02070309020205020404" pitchFamily="49" charset="0"/>
              </a:rPr>
              <a:t>: [</a:t>
            </a:r>
          </a:p>
          <a:p>
            <a:pPr marL="800100" lvl="2" indent="0">
              <a:buNone/>
            </a:pPr>
            <a:r>
              <a:rPr lang="de-DE" b="1" dirty="0" err="1">
                <a:solidFill>
                  <a:srgbClr val="46A1AE"/>
                </a:solidFill>
                <a:latin typeface="Courier New" panose="02070309020205020404" pitchFamily="49" charset="0"/>
                <a:cs typeface="Courier New" panose="02070309020205020404" pitchFamily="49" charset="0"/>
              </a:rPr>
              <a:t>EditorStateService</a:t>
            </a:r>
            <a:r>
              <a:rPr lang="de-DE" b="1" dirty="0">
                <a:solidFill>
                  <a:srgbClr val="46A1AE"/>
                </a:solidFill>
                <a:latin typeface="Courier New" panose="02070309020205020404" pitchFamily="49" charset="0"/>
                <a:cs typeface="Courier New" panose="02070309020205020404" pitchFamily="49" charset="0"/>
              </a:rPr>
              <a:t>,</a:t>
            </a:r>
          </a:p>
          <a:p>
            <a:pPr marL="800100" lvl="2" indent="0">
              <a:buNone/>
            </a:pPr>
            <a:r>
              <a:rPr lang="de-DE" b="1" dirty="0" err="1">
                <a:solidFill>
                  <a:srgbClr val="46A1AE"/>
                </a:solidFill>
                <a:latin typeface="Courier New" panose="02070309020205020404" pitchFamily="49" charset="0"/>
                <a:cs typeface="Courier New" panose="02070309020205020404" pitchFamily="49" charset="0"/>
              </a:rPr>
              <a:t>EditorStateGuard</a:t>
            </a:r>
            <a:r>
              <a:rPr lang="de-DE" b="1" dirty="0">
                <a:solidFill>
                  <a:srgbClr val="46A1AE"/>
                </a:solidFill>
                <a:latin typeface="Courier New" panose="02070309020205020404" pitchFamily="49" charset="0"/>
                <a:cs typeface="Courier New" panose="02070309020205020404" pitchFamily="49" charset="0"/>
              </a:rPr>
              <a:t>,</a:t>
            </a:r>
          </a:p>
          <a:p>
            <a:pPr marL="800100" lvl="2" indent="0">
              <a:buNone/>
            </a:pPr>
            <a:r>
              <a:rPr lang="de-DE" b="1" dirty="0" err="1">
                <a:solidFill>
                  <a:srgbClr val="46A1AE"/>
                </a:solidFill>
                <a:latin typeface="Courier New" panose="02070309020205020404" pitchFamily="49" charset="0"/>
                <a:cs typeface="Courier New" panose="02070309020205020404" pitchFamily="49" charset="0"/>
              </a:rPr>
              <a:t>ExtendedHttpService</a:t>
            </a:r>
            <a:r>
              <a:rPr lang="de-DE" b="1" dirty="0">
                <a:solidFill>
                  <a:srgbClr val="46A1AE"/>
                </a:solidFill>
                <a:latin typeface="Courier New" panose="02070309020205020404" pitchFamily="49" charset="0"/>
                <a:cs typeface="Courier New" panose="02070309020205020404" pitchFamily="49" charset="0"/>
              </a:rPr>
              <a:t>,</a:t>
            </a:r>
          </a:p>
          <a:p>
            <a:pPr marL="446088" lvl="1" indent="0">
              <a:buNone/>
            </a:pPr>
            <a:r>
              <a:rPr lang="de-DE" b="1" dirty="0">
                <a:latin typeface="Courier New" panose="02070309020205020404" pitchFamily="49" charset="0"/>
                <a:cs typeface="Courier New" panose="02070309020205020404" pitchFamily="49" charset="0"/>
              </a:rPr>
              <a:t>],</a:t>
            </a:r>
          </a:p>
          <a:p>
            <a:pPr marL="0" indent="0">
              <a:buNone/>
            </a:pPr>
            <a:r>
              <a:rPr lang="de-DE"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01340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Fachliche Module sollten durchgängig sein</a:t>
            </a:r>
          </a:p>
        </p:txBody>
      </p:sp>
      <p:pic>
        <p:nvPicPr>
          <p:cNvPr id="3" name="Inhaltsplatzhalter 2">
            <a:extLst>
              <a:ext uri="{FF2B5EF4-FFF2-40B4-BE49-F238E27FC236}">
                <a16:creationId xmlns:a16="http://schemas.microsoft.com/office/drawing/2014/main" id="{E6C76E95-E24F-4254-AF86-019478A8371D}"/>
              </a:ext>
            </a:extLst>
          </p:cNvPr>
          <p:cNvPicPr>
            <a:picLocks noGrp="1" noChangeAspect="1"/>
          </p:cNvPicPr>
          <p:nvPr>
            <p:ph sz="quarter" idx="10"/>
          </p:nvPr>
        </p:nvPicPr>
        <p:blipFill>
          <a:blip r:embed="rId2"/>
          <a:stretch>
            <a:fillRect/>
          </a:stretch>
        </p:blipFill>
        <p:spPr>
          <a:xfrm>
            <a:off x="3995936" y="1196752"/>
            <a:ext cx="5285288" cy="3816424"/>
          </a:xfrm>
          <a:prstGeom prst="rect">
            <a:avLst/>
          </a:prstGeom>
        </p:spPr>
      </p:pic>
      <p:pic>
        <p:nvPicPr>
          <p:cNvPr id="5" name="Grafik 4">
            <a:extLst>
              <a:ext uri="{FF2B5EF4-FFF2-40B4-BE49-F238E27FC236}">
                <a16:creationId xmlns:a16="http://schemas.microsoft.com/office/drawing/2014/main" id="{7DAD9FA1-C33E-4C78-A7F5-2B77C877FB22}"/>
              </a:ext>
            </a:extLst>
          </p:cNvPr>
          <p:cNvPicPr>
            <a:picLocks noChangeAspect="1"/>
          </p:cNvPicPr>
          <p:nvPr/>
        </p:nvPicPr>
        <p:blipFill>
          <a:blip r:embed="rId3"/>
          <a:stretch>
            <a:fillRect/>
          </a:stretch>
        </p:blipFill>
        <p:spPr>
          <a:xfrm>
            <a:off x="395536" y="1556792"/>
            <a:ext cx="3457490" cy="4068452"/>
          </a:xfrm>
          <a:prstGeom prst="rect">
            <a:avLst/>
          </a:prstGeom>
        </p:spPr>
      </p:pic>
      <p:grpSp>
        <p:nvGrpSpPr>
          <p:cNvPr id="24" name="Gruppieren 23">
            <a:extLst>
              <a:ext uri="{FF2B5EF4-FFF2-40B4-BE49-F238E27FC236}">
                <a16:creationId xmlns:a16="http://schemas.microsoft.com/office/drawing/2014/main" id="{F2530814-DE7D-4308-A6E0-ACFA63BA9ABF}"/>
              </a:ext>
            </a:extLst>
          </p:cNvPr>
          <p:cNvGrpSpPr/>
          <p:nvPr/>
        </p:nvGrpSpPr>
        <p:grpSpPr>
          <a:xfrm>
            <a:off x="1907704" y="1933892"/>
            <a:ext cx="2873331" cy="3034279"/>
            <a:chOff x="1907704" y="1933892"/>
            <a:chExt cx="2873331" cy="3034279"/>
          </a:xfrm>
        </p:grpSpPr>
        <p:cxnSp>
          <p:nvCxnSpPr>
            <p:cNvPr id="7" name="Gerader Verbinder 6">
              <a:extLst>
                <a:ext uri="{FF2B5EF4-FFF2-40B4-BE49-F238E27FC236}">
                  <a16:creationId xmlns:a16="http://schemas.microsoft.com/office/drawing/2014/main" id="{19CEA2F8-30CA-4BAD-AF26-5F93BEEF1DD7}"/>
                </a:ext>
              </a:extLst>
            </p:cNvPr>
            <p:cNvCxnSpPr>
              <a:cxnSpLocks/>
            </p:cNvCxnSpPr>
            <p:nvPr/>
          </p:nvCxnSpPr>
          <p:spPr>
            <a:xfrm>
              <a:off x="2124281" y="2348880"/>
              <a:ext cx="2591735" cy="144016"/>
            </a:xfrm>
            <a:prstGeom prst="line">
              <a:avLst/>
            </a:prstGeom>
            <a:ln w="76200">
              <a:solidFill>
                <a:schemeClr val="tx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9" name="Gerader Verbinder 8">
              <a:extLst>
                <a:ext uri="{FF2B5EF4-FFF2-40B4-BE49-F238E27FC236}">
                  <a16:creationId xmlns:a16="http://schemas.microsoft.com/office/drawing/2014/main" id="{9D1AB6FC-2073-44F9-8B8A-7035B8802202}"/>
                </a:ext>
              </a:extLst>
            </p:cNvPr>
            <p:cNvCxnSpPr>
              <a:cxnSpLocks/>
            </p:cNvCxnSpPr>
            <p:nvPr/>
          </p:nvCxnSpPr>
          <p:spPr>
            <a:xfrm flipV="1">
              <a:off x="2124281" y="3212976"/>
              <a:ext cx="2656754" cy="378042"/>
            </a:xfrm>
            <a:prstGeom prst="line">
              <a:avLst/>
            </a:prstGeom>
            <a:ln w="76200">
              <a:solidFill>
                <a:schemeClr val="tx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3" name="Gerader Verbinder 12">
              <a:extLst>
                <a:ext uri="{FF2B5EF4-FFF2-40B4-BE49-F238E27FC236}">
                  <a16:creationId xmlns:a16="http://schemas.microsoft.com/office/drawing/2014/main" id="{597E96AB-B9D7-4E1D-A0FA-1BAE68E1DC93}"/>
                </a:ext>
              </a:extLst>
            </p:cNvPr>
            <p:cNvCxnSpPr>
              <a:cxnSpLocks/>
            </p:cNvCxnSpPr>
            <p:nvPr/>
          </p:nvCxnSpPr>
          <p:spPr>
            <a:xfrm flipV="1">
              <a:off x="2123728" y="3573016"/>
              <a:ext cx="2640687" cy="468052"/>
            </a:xfrm>
            <a:prstGeom prst="line">
              <a:avLst/>
            </a:prstGeom>
            <a:ln w="76200">
              <a:solidFill>
                <a:schemeClr val="tx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6" name="Gerader Verbinder 15">
              <a:extLst>
                <a:ext uri="{FF2B5EF4-FFF2-40B4-BE49-F238E27FC236}">
                  <a16:creationId xmlns:a16="http://schemas.microsoft.com/office/drawing/2014/main" id="{B407559E-418C-46D8-A9C7-006F84510D12}"/>
                </a:ext>
              </a:extLst>
            </p:cNvPr>
            <p:cNvCxnSpPr>
              <a:cxnSpLocks/>
            </p:cNvCxnSpPr>
            <p:nvPr/>
          </p:nvCxnSpPr>
          <p:spPr>
            <a:xfrm flipV="1">
              <a:off x="2124281" y="4006006"/>
              <a:ext cx="2648720" cy="575122"/>
            </a:xfrm>
            <a:prstGeom prst="line">
              <a:avLst/>
            </a:prstGeom>
            <a:ln w="76200">
              <a:solidFill>
                <a:schemeClr val="tx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18" name="Gerader Verbinder 17">
              <a:extLst>
                <a:ext uri="{FF2B5EF4-FFF2-40B4-BE49-F238E27FC236}">
                  <a16:creationId xmlns:a16="http://schemas.microsoft.com/office/drawing/2014/main" id="{D4325A13-C749-4EB5-A425-30BC2FAE1F1F}"/>
                </a:ext>
              </a:extLst>
            </p:cNvPr>
            <p:cNvCxnSpPr>
              <a:cxnSpLocks/>
            </p:cNvCxnSpPr>
            <p:nvPr/>
          </p:nvCxnSpPr>
          <p:spPr>
            <a:xfrm flipV="1">
              <a:off x="2124281" y="4356103"/>
              <a:ext cx="2616210" cy="612068"/>
            </a:xfrm>
            <a:prstGeom prst="line">
              <a:avLst/>
            </a:prstGeom>
            <a:ln w="76200">
              <a:solidFill>
                <a:schemeClr val="tx1">
                  <a:lumMod val="40000"/>
                  <a:lumOff val="60000"/>
                </a:schemeClr>
              </a:solidFill>
            </a:ln>
          </p:spPr>
          <p:style>
            <a:lnRef idx="2">
              <a:schemeClr val="accent1"/>
            </a:lnRef>
            <a:fillRef idx="0">
              <a:schemeClr val="accent1"/>
            </a:fillRef>
            <a:effectRef idx="1">
              <a:schemeClr val="accent1"/>
            </a:effectRef>
            <a:fontRef idx="minor">
              <a:schemeClr val="tx1"/>
            </a:fontRef>
          </p:style>
        </p:cxnSp>
        <p:cxnSp>
          <p:nvCxnSpPr>
            <p:cNvPr id="21" name="Gerader Verbinder 20">
              <a:extLst>
                <a:ext uri="{FF2B5EF4-FFF2-40B4-BE49-F238E27FC236}">
                  <a16:creationId xmlns:a16="http://schemas.microsoft.com/office/drawing/2014/main" id="{034C36E7-31AC-4FCA-8B19-60305B555140}"/>
                </a:ext>
              </a:extLst>
            </p:cNvPr>
            <p:cNvCxnSpPr>
              <a:cxnSpLocks/>
            </p:cNvCxnSpPr>
            <p:nvPr/>
          </p:nvCxnSpPr>
          <p:spPr>
            <a:xfrm>
              <a:off x="1907704" y="1933892"/>
              <a:ext cx="2832787" cy="864096"/>
            </a:xfrm>
            <a:prstGeom prst="line">
              <a:avLst/>
            </a:prstGeom>
            <a:ln w="76200">
              <a:solidFill>
                <a:schemeClr val="tx1">
                  <a:lumMod val="40000"/>
                  <a:lumOff val="60000"/>
                </a:schemeClr>
              </a:solidFill>
              <a:prstDash val="sys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959247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Was können Module?</a:t>
            </a:r>
          </a:p>
        </p:txBody>
      </p:sp>
      <p:sp>
        <p:nvSpPr>
          <p:cNvPr id="5" name="Inhaltsplatzhalter 4">
            <a:extLst>
              <a:ext uri="{FF2B5EF4-FFF2-40B4-BE49-F238E27FC236}">
                <a16:creationId xmlns:a16="http://schemas.microsoft.com/office/drawing/2014/main" id="{7A831F58-EA83-4643-99C6-447926A997B4}"/>
              </a:ext>
            </a:extLst>
          </p:cNvPr>
          <p:cNvSpPr>
            <a:spLocks noGrp="1"/>
          </p:cNvSpPr>
          <p:nvPr>
            <p:ph sz="quarter" idx="10"/>
          </p:nvPr>
        </p:nvSpPr>
        <p:spPr>
          <a:xfrm>
            <a:off x="323850" y="1196975"/>
            <a:ext cx="8620125" cy="5178425"/>
          </a:xfrm>
        </p:spPr>
        <p:txBody>
          <a:bodyPr/>
          <a:lstStyle/>
          <a:p>
            <a:r>
              <a:rPr lang="de-DE" dirty="0"/>
              <a:t>Saubere Modul-Schnittstellen</a:t>
            </a:r>
          </a:p>
          <a:p>
            <a:r>
              <a:rPr lang="de-DE" dirty="0"/>
              <a:t>Zyklen verhindern mit </a:t>
            </a:r>
            <a:r>
              <a:rPr lang="de-DE" dirty="0" err="1">
                <a:hlinkClick r:id="rId2"/>
              </a:rPr>
              <a:t>circular</a:t>
            </a:r>
            <a:r>
              <a:rPr lang="de-DE" dirty="0">
                <a:hlinkClick r:id="rId2"/>
              </a:rPr>
              <a:t>-</a:t>
            </a:r>
            <a:r>
              <a:rPr lang="de-DE" dirty="0" err="1">
                <a:hlinkClick r:id="rId2"/>
              </a:rPr>
              <a:t>dependency</a:t>
            </a:r>
            <a:r>
              <a:rPr lang="de-DE" dirty="0">
                <a:hlinkClick r:id="rId2"/>
              </a:rPr>
              <a:t>-plugin</a:t>
            </a:r>
            <a:endParaRPr lang="de-DE" b="1" dirty="0"/>
          </a:p>
          <a:p>
            <a:r>
              <a:rPr lang="de-DE" dirty="0"/>
              <a:t>Routen aufteilen</a:t>
            </a:r>
          </a:p>
          <a:p>
            <a:r>
              <a:rPr lang="de-DE" dirty="0"/>
              <a:t>Code dynamisch nachladen (mit </a:t>
            </a:r>
            <a:r>
              <a:rPr lang="de-DE" dirty="0" err="1"/>
              <a:t>SystemJS</a:t>
            </a:r>
            <a:r>
              <a:rPr lang="de-DE" dirty="0"/>
              <a:t>) – </a:t>
            </a:r>
            <a:r>
              <a:rPr lang="de-DE" b="1" i="1" dirty="0">
                <a:solidFill>
                  <a:srgbClr val="FF0000"/>
                </a:solidFill>
              </a:rPr>
              <a:t>lohnt sich kaum</a:t>
            </a:r>
            <a:r>
              <a:rPr lang="de-DE" dirty="0"/>
              <a:t>!</a:t>
            </a:r>
          </a:p>
          <a:p>
            <a:pPr lvl="1"/>
            <a:endParaRPr lang="de-DE" dirty="0"/>
          </a:p>
        </p:txBody>
      </p:sp>
      <p:grpSp>
        <p:nvGrpSpPr>
          <p:cNvPr id="9" name="Gruppieren 8">
            <a:extLst>
              <a:ext uri="{FF2B5EF4-FFF2-40B4-BE49-F238E27FC236}">
                <a16:creationId xmlns:a16="http://schemas.microsoft.com/office/drawing/2014/main" id="{353397AF-B68D-4F6F-A99E-FCC62D6B444F}"/>
              </a:ext>
            </a:extLst>
          </p:cNvPr>
          <p:cNvGrpSpPr/>
          <p:nvPr/>
        </p:nvGrpSpPr>
        <p:grpSpPr>
          <a:xfrm>
            <a:off x="-5437112" y="3573016"/>
            <a:ext cx="14098150" cy="2458980"/>
            <a:chOff x="-5437112" y="3573016"/>
            <a:chExt cx="14098150" cy="2458980"/>
          </a:xfrm>
        </p:grpSpPr>
        <p:pic>
          <p:nvPicPr>
            <p:cNvPr id="6" name="Grafik 5">
              <a:extLst>
                <a:ext uri="{FF2B5EF4-FFF2-40B4-BE49-F238E27FC236}">
                  <a16:creationId xmlns:a16="http://schemas.microsoft.com/office/drawing/2014/main" id="{EAC936C0-992D-4B1C-BA6B-D489BF14D6EE}"/>
                </a:ext>
              </a:extLst>
            </p:cNvPr>
            <p:cNvPicPr>
              <a:picLocks noChangeAspect="1"/>
            </p:cNvPicPr>
            <p:nvPr/>
          </p:nvPicPr>
          <p:blipFill>
            <a:blip r:embed="rId3"/>
            <a:stretch>
              <a:fillRect/>
            </a:stretch>
          </p:blipFill>
          <p:spPr>
            <a:xfrm>
              <a:off x="-5437112" y="3573016"/>
              <a:ext cx="14098150" cy="2458980"/>
            </a:xfrm>
            <a:prstGeom prst="rect">
              <a:avLst/>
            </a:prstGeom>
          </p:spPr>
        </p:pic>
        <p:sp>
          <p:nvSpPr>
            <p:cNvPr id="7" name="Ellipse 6">
              <a:extLst>
                <a:ext uri="{FF2B5EF4-FFF2-40B4-BE49-F238E27FC236}">
                  <a16:creationId xmlns:a16="http://schemas.microsoft.com/office/drawing/2014/main" id="{E85A4126-16BC-451C-89C5-6373005B08A4}"/>
                </a:ext>
              </a:extLst>
            </p:cNvPr>
            <p:cNvSpPr/>
            <p:nvPr/>
          </p:nvSpPr>
          <p:spPr>
            <a:xfrm>
              <a:off x="2123728" y="5157192"/>
              <a:ext cx="1512168" cy="648072"/>
            </a:xfrm>
            <a:prstGeom prst="ellipse">
              <a:avLst/>
            </a:prstGeom>
            <a:noFill/>
            <a:ln w="762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anchorCtr="0">
              <a:normAutofit/>
            </a:bodyPr>
            <a:lstStyle/>
            <a:p>
              <a:pPr marL="180975" indent="-180975" algn="ctr" eaLnBrk="0" hangingPunct="0">
                <a:spcBef>
                  <a:spcPct val="25000"/>
                </a:spcBef>
                <a:buClr>
                  <a:srgbClr val="003266"/>
                </a:buClr>
                <a:buFont typeface="Wingdings" pitchFamily="2" charset="2"/>
                <a:buChar char="§"/>
              </a:pPr>
              <a:endParaRPr lang="de-DE" dirty="0" err="1">
                <a:solidFill>
                  <a:srgbClr val="5A5A5A"/>
                </a:solidFill>
                <a:ea typeface="ＭＳ Ｐゴシック" pitchFamily="-109" charset="-128"/>
                <a:cs typeface="ＭＳ Ｐゴシック" pitchFamily="-111" charset="-128"/>
              </a:endParaRPr>
            </a:p>
          </p:txBody>
        </p:sp>
        <p:sp>
          <p:nvSpPr>
            <p:cNvPr id="8" name="Ellipse 7">
              <a:extLst>
                <a:ext uri="{FF2B5EF4-FFF2-40B4-BE49-F238E27FC236}">
                  <a16:creationId xmlns:a16="http://schemas.microsoft.com/office/drawing/2014/main" id="{AB5A9A18-4369-4066-9120-8CEFB2FA6934}"/>
                </a:ext>
              </a:extLst>
            </p:cNvPr>
            <p:cNvSpPr/>
            <p:nvPr/>
          </p:nvSpPr>
          <p:spPr>
            <a:xfrm>
              <a:off x="1477985" y="4658984"/>
              <a:ext cx="1512168" cy="648072"/>
            </a:xfrm>
            <a:prstGeom prst="ellipse">
              <a:avLst/>
            </a:prstGeom>
            <a:noFill/>
            <a:ln w="762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anchorCtr="0">
              <a:normAutofit/>
            </a:bodyPr>
            <a:lstStyle/>
            <a:p>
              <a:pPr marL="180975" indent="-180975" algn="ctr" eaLnBrk="0" hangingPunct="0">
                <a:spcBef>
                  <a:spcPct val="25000"/>
                </a:spcBef>
                <a:buClr>
                  <a:srgbClr val="003266"/>
                </a:buClr>
                <a:buFont typeface="Wingdings" pitchFamily="2" charset="2"/>
                <a:buChar char="§"/>
              </a:pPr>
              <a:endParaRPr lang="de-DE" dirty="0" err="1">
                <a:solidFill>
                  <a:srgbClr val="5A5A5A"/>
                </a:solidFill>
                <a:ea typeface="ＭＳ Ｐゴシック" pitchFamily="-109" charset="-128"/>
                <a:cs typeface="ＭＳ Ｐゴシック" pitchFamily="-111" charset="-128"/>
              </a:endParaRPr>
            </a:p>
          </p:txBody>
        </p:sp>
      </p:grpSp>
    </p:spTree>
    <p:extLst>
      <p:ext uri="{BB962C8B-B14F-4D97-AF65-F5344CB8AC3E}">
        <p14:creationId xmlns:p14="http://schemas.microsoft.com/office/powerpoint/2010/main" val="389041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Same-Origin Policy nervt aber ist sicherer</a:t>
            </a:r>
          </a:p>
        </p:txBody>
      </p:sp>
      <p:pic>
        <p:nvPicPr>
          <p:cNvPr id="6" name="Grafik 5">
            <a:extLst>
              <a:ext uri="{FF2B5EF4-FFF2-40B4-BE49-F238E27FC236}">
                <a16:creationId xmlns:a16="http://schemas.microsoft.com/office/drawing/2014/main" id="{42C417F5-C941-4CD5-8FDD-66162580D146}"/>
              </a:ext>
            </a:extLst>
          </p:cNvPr>
          <p:cNvPicPr>
            <a:picLocks noChangeAspect="1"/>
          </p:cNvPicPr>
          <p:nvPr/>
        </p:nvPicPr>
        <p:blipFill>
          <a:blip r:embed="rId3"/>
          <a:stretch>
            <a:fillRect/>
          </a:stretch>
        </p:blipFill>
        <p:spPr>
          <a:xfrm>
            <a:off x="1076381" y="1124745"/>
            <a:ext cx="6991238" cy="4608510"/>
          </a:xfrm>
          <a:prstGeom prst="rect">
            <a:avLst/>
          </a:prstGeom>
        </p:spPr>
      </p:pic>
      <p:sp>
        <p:nvSpPr>
          <p:cNvPr id="7" name="Rechteck 6">
            <a:extLst>
              <a:ext uri="{FF2B5EF4-FFF2-40B4-BE49-F238E27FC236}">
                <a16:creationId xmlns:a16="http://schemas.microsoft.com/office/drawing/2014/main" id="{CD458531-4C6B-4F19-A0EC-1E9DC0EDAA76}"/>
              </a:ext>
            </a:extLst>
          </p:cNvPr>
          <p:cNvSpPr/>
          <p:nvPr/>
        </p:nvSpPr>
        <p:spPr>
          <a:xfrm>
            <a:off x="6372200" y="934539"/>
            <a:ext cx="1944216" cy="2232248"/>
          </a:xfrm>
          <a:prstGeom prst="rect">
            <a:avLst/>
          </a:prstGeom>
          <a:ln/>
        </p:spPr>
        <p:style>
          <a:lnRef idx="2">
            <a:schemeClr val="accent1"/>
          </a:lnRef>
          <a:fillRef idx="1">
            <a:schemeClr val="lt1"/>
          </a:fillRef>
          <a:effectRef idx="0">
            <a:schemeClr val="accent1"/>
          </a:effectRef>
          <a:fontRef idx="minor">
            <a:schemeClr val="dk1"/>
          </a:fontRef>
        </p:style>
        <p:txBody>
          <a:bodyPr rtlCol="0" anchor="ctr" anchorCtr="0">
            <a:normAutofit/>
          </a:bodyPr>
          <a:lstStyle/>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Angular</a:t>
            </a:r>
          </a:p>
        </p:txBody>
      </p:sp>
      <p:sp>
        <p:nvSpPr>
          <p:cNvPr id="8" name="Rechteck 7">
            <a:extLst>
              <a:ext uri="{FF2B5EF4-FFF2-40B4-BE49-F238E27FC236}">
                <a16:creationId xmlns:a16="http://schemas.microsoft.com/office/drawing/2014/main" id="{52F0B237-5DDD-4F41-824D-42ED9E828187}"/>
              </a:ext>
            </a:extLst>
          </p:cNvPr>
          <p:cNvSpPr/>
          <p:nvPr/>
        </p:nvSpPr>
        <p:spPr>
          <a:xfrm>
            <a:off x="6372200" y="3573016"/>
            <a:ext cx="1944216" cy="2232248"/>
          </a:xfrm>
          <a:prstGeom prst="rect">
            <a:avLst/>
          </a:prstGeom>
          <a:ln/>
        </p:spPr>
        <p:style>
          <a:lnRef idx="2">
            <a:schemeClr val="accent1"/>
          </a:lnRef>
          <a:fillRef idx="1">
            <a:schemeClr val="lt1"/>
          </a:fillRef>
          <a:effectRef idx="0">
            <a:schemeClr val="accent1"/>
          </a:effectRef>
          <a:fontRef idx="minor">
            <a:schemeClr val="dk1"/>
          </a:fontRef>
        </p:style>
        <p:txBody>
          <a:bodyPr rtlCol="0" anchor="ctr" anchorCtr="0">
            <a:normAutofit/>
          </a:bodyPr>
          <a:lstStyle/>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Spring</a:t>
            </a:r>
          </a:p>
        </p:txBody>
      </p:sp>
      <p:sp>
        <p:nvSpPr>
          <p:cNvPr id="9" name="Textfeld 8">
            <a:extLst>
              <a:ext uri="{FF2B5EF4-FFF2-40B4-BE49-F238E27FC236}">
                <a16:creationId xmlns:a16="http://schemas.microsoft.com/office/drawing/2014/main" id="{4E07A793-8DA6-4BE6-A9C2-4E00C8869E58}"/>
              </a:ext>
            </a:extLst>
          </p:cNvPr>
          <p:cNvSpPr txBox="1"/>
          <p:nvPr/>
        </p:nvSpPr>
        <p:spPr>
          <a:xfrm>
            <a:off x="323428" y="4869160"/>
            <a:ext cx="5616623" cy="1500200"/>
          </a:xfrm>
          <a:prstGeom prst="rect">
            <a:avLst/>
          </a:prstGeom>
          <a:noFill/>
        </p:spPr>
        <p:txBody>
          <a:bodyPr wrap="square" rtlCol="0">
            <a:normAutofit/>
          </a:bodyPr>
          <a:lstStyle/>
          <a:p>
            <a:endParaRPr lang="de-DE" sz="1400" b="0" dirty="0">
              <a:solidFill>
                <a:schemeClr val="tx1"/>
              </a:solidFill>
            </a:endParaRPr>
          </a:p>
        </p:txBody>
      </p:sp>
    </p:spTree>
    <p:extLst>
      <p:ext uri="{BB962C8B-B14F-4D97-AF65-F5344CB8AC3E}">
        <p14:creationId xmlns:p14="http://schemas.microsoft.com/office/powerpoint/2010/main" val="1474083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So kommt man aus der Same-Origin Policy heraus…</a:t>
            </a:r>
          </a:p>
        </p:txBody>
      </p:sp>
      <p:sp>
        <p:nvSpPr>
          <p:cNvPr id="4" name="Rechteck 3">
            <a:extLst>
              <a:ext uri="{FF2B5EF4-FFF2-40B4-BE49-F238E27FC236}">
                <a16:creationId xmlns:a16="http://schemas.microsoft.com/office/drawing/2014/main" id="{C7CA8FFA-3E4C-45D8-8D61-E904B163429B}"/>
              </a:ext>
            </a:extLst>
          </p:cNvPr>
          <p:cNvSpPr/>
          <p:nvPr/>
        </p:nvSpPr>
        <p:spPr>
          <a:xfrm>
            <a:off x="437008" y="1761422"/>
            <a:ext cx="2520280" cy="3528392"/>
          </a:xfrm>
          <a:prstGeom prst="rect">
            <a:avLst/>
          </a:prstGeom>
          <a:ln/>
        </p:spPr>
        <p:style>
          <a:lnRef idx="1">
            <a:schemeClr val="dk1"/>
          </a:lnRef>
          <a:fillRef idx="2">
            <a:schemeClr val="dk1"/>
          </a:fillRef>
          <a:effectRef idx="1">
            <a:schemeClr val="dk1"/>
          </a:effectRef>
          <a:fontRef idx="minor">
            <a:schemeClr val="dk1"/>
          </a:fontRef>
        </p:style>
        <p:txBody>
          <a:bodyPr rtlCol="0" anchor="ctr" anchorCtr="0">
            <a:normAutofit/>
          </a:bodyPr>
          <a:lstStyle/>
          <a:p>
            <a:pPr algn="ctr"/>
            <a:r>
              <a:rPr lang="de-DE" dirty="0"/>
              <a:t>Backend liefert Frontend aus</a:t>
            </a:r>
          </a:p>
        </p:txBody>
      </p:sp>
      <p:sp>
        <p:nvSpPr>
          <p:cNvPr id="5" name="Rechteck 4">
            <a:extLst>
              <a:ext uri="{FF2B5EF4-FFF2-40B4-BE49-F238E27FC236}">
                <a16:creationId xmlns:a16="http://schemas.microsoft.com/office/drawing/2014/main" id="{6D7E25A9-3FB1-4E7D-B9C8-A73334612752}"/>
              </a:ext>
            </a:extLst>
          </p:cNvPr>
          <p:cNvSpPr/>
          <p:nvPr/>
        </p:nvSpPr>
        <p:spPr>
          <a:xfrm>
            <a:off x="3167844" y="1761422"/>
            <a:ext cx="2520280" cy="3528392"/>
          </a:xfrm>
          <a:prstGeom prst="rect">
            <a:avLst/>
          </a:prstGeom>
          <a:ln/>
        </p:spPr>
        <p:style>
          <a:lnRef idx="1">
            <a:schemeClr val="dk1"/>
          </a:lnRef>
          <a:fillRef idx="2">
            <a:schemeClr val="dk1"/>
          </a:fillRef>
          <a:effectRef idx="1">
            <a:schemeClr val="dk1"/>
          </a:effectRef>
          <a:fontRef idx="minor">
            <a:schemeClr val="dk1"/>
          </a:fontRef>
        </p:style>
        <p:txBody>
          <a:bodyPr rtlCol="0" anchor="ctr" anchorCtr="0">
            <a:normAutofit/>
          </a:bodyPr>
          <a:lstStyle/>
          <a:p>
            <a:pPr algn="ctr"/>
            <a:r>
              <a:rPr lang="de-DE" dirty="0"/>
              <a:t>Cross-Origin </a:t>
            </a:r>
            <a:r>
              <a:rPr lang="de-DE" dirty="0" err="1"/>
              <a:t>Resource</a:t>
            </a:r>
            <a:r>
              <a:rPr lang="de-DE" dirty="0"/>
              <a:t> Sharing</a:t>
            </a:r>
          </a:p>
        </p:txBody>
      </p:sp>
      <p:sp>
        <p:nvSpPr>
          <p:cNvPr id="6" name="Rechteck 5">
            <a:extLst>
              <a:ext uri="{FF2B5EF4-FFF2-40B4-BE49-F238E27FC236}">
                <a16:creationId xmlns:a16="http://schemas.microsoft.com/office/drawing/2014/main" id="{DA655385-C189-40FC-9FAD-CA8A170B7297}"/>
              </a:ext>
            </a:extLst>
          </p:cNvPr>
          <p:cNvSpPr/>
          <p:nvPr/>
        </p:nvSpPr>
        <p:spPr>
          <a:xfrm>
            <a:off x="5868144" y="1761422"/>
            <a:ext cx="2520280" cy="3528392"/>
          </a:xfrm>
          <a:prstGeom prst="rect">
            <a:avLst/>
          </a:prstGeom>
          <a:ln/>
        </p:spPr>
        <p:style>
          <a:lnRef idx="1">
            <a:schemeClr val="dk1"/>
          </a:lnRef>
          <a:fillRef idx="2">
            <a:schemeClr val="dk1"/>
          </a:fillRef>
          <a:effectRef idx="1">
            <a:schemeClr val="dk1"/>
          </a:effectRef>
          <a:fontRef idx="minor">
            <a:schemeClr val="dk1"/>
          </a:fontRef>
        </p:style>
        <p:txBody>
          <a:bodyPr rtlCol="0" anchor="ctr" anchorCtr="0">
            <a:normAutofit/>
          </a:bodyPr>
          <a:lstStyle/>
          <a:p>
            <a:pPr algn="ctr"/>
            <a:r>
              <a:rPr lang="de-DE"/>
              <a:t>Proxy tunnelt zum Backend</a:t>
            </a:r>
            <a:endParaRPr lang="de-DE" dirty="0"/>
          </a:p>
        </p:txBody>
      </p:sp>
      <p:graphicFrame>
        <p:nvGraphicFramePr>
          <p:cNvPr id="7" name="Tabelle 6">
            <a:extLst>
              <a:ext uri="{FF2B5EF4-FFF2-40B4-BE49-F238E27FC236}">
                <a16:creationId xmlns:a16="http://schemas.microsoft.com/office/drawing/2014/main" id="{BE1BFD7A-2742-4CA4-9B6C-E2673D7185F9}"/>
              </a:ext>
            </a:extLst>
          </p:cNvPr>
          <p:cNvGraphicFramePr>
            <a:graphicFrameLocks noGrp="1"/>
          </p:cNvGraphicFramePr>
          <p:nvPr>
            <p:extLst>
              <p:ext uri="{D42A27DB-BD31-4B8C-83A1-F6EECF244321}">
                <p14:modId xmlns:p14="http://schemas.microsoft.com/office/powerpoint/2010/main" val="538427772"/>
              </p:ext>
            </p:extLst>
          </p:nvPr>
        </p:nvGraphicFramePr>
        <p:xfrm>
          <a:off x="539552" y="4393530"/>
          <a:ext cx="7632848" cy="1555750"/>
        </p:xfrm>
        <a:graphic>
          <a:graphicData uri="http://schemas.openxmlformats.org/drawingml/2006/table">
            <a:tbl>
              <a:tblPr firstRow="1">
                <a:tableStyleId>{5C22544A-7EE6-4342-B048-85BDC9FD1C3A}</a:tableStyleId>
              </a:tblPr>
              <a:tblGrid>
                <a:gridCol w="3096344">
                  <a:extLst>
                    <a:ext uri="{9D8B030D-6E8A-4147-A177-3AD203B41FA5}">
                      <a16:colId xmlns:a16="http://schemas.microsoft.com/office/drawing/2014/main" val="86227748"/>
                    </a:ext>
                  </a:extLst>
                </a:gridCol>
                <a:gridCol w="4536504">
                  <a:extLst>
                    <a:ext uri="{9D8B030D-6E8A-4147-A177-3AD203B41FA5}">
                      <a16:colId xmlns:a16="http://schemas.microsoft.com/office/drawing/2014/main" val="1365198373"/>
                    </a:ext>
                  </a:extLst>
                </a:gridCol>
              </a:tblGrid>
              <a:tr h="184150">
                <a:tc>
                  <a:txBody>
                    <a:bodyPr/>
                    <a:lstStyle/>
                    <a:p>
                      <a:pPr algn="l" fontAlgn="b"/>
                      <a:r>
                        <a:rPr lang="de-DE" sz="2000" b="1" u="none" strike="noStrike">
                          <a:effectLst/>
                        </a:rPr>
                        <a:t>Header</a:t>
                      </a:r>
                      <a:endParaRPr lang="de-DE" sz="2000" b="1" i="0" u="none" strike="noStrike">
                        <a:solidFill>
                          <a:srgbClr val="000000"/>
                        </a:solidFill>
                        <a:effectLst/>
                        <a:latin typeface="Calibri" panose="020F0502020204030204" pitchFamily="34" charset="0"/>
                      </a:endParaRPr>
                    </a:p>
                  </a:txBody>
                  <a:tcPr marL="6350" marR="6350" marT="6350" marB="0"/>
                </a:tc>
                <a:tc>
                  <a:txBody>
                    <a:bodyPr/>
                    <a:lstStyle/>
                    <a:p>
                      <a:pPr algn="l" fontAlgn="b"/>
                      <a:r>
                        <a:rPr lang="de-DE" sz="2000" b="1" u="none" strike="noStrike">
                          <a:effectLst/>
                        </a:rPr>
                        <a:t>Value</a:t>
                      </a:r>
                      <a:endParaRPr lang="de-DE" sz="2000" b="1"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4227585266"/>
                  </a:ext>
                </a:extLst>
              </a:tr>
              <a:tr h="184150">
                <a:tc>
                  <a:txBody>
                    <a:bodyPr/>
                    <a:lstStyle/>
                    <a:p>
                      <a:pPr algn="l" fontAlgn="b"/>
                      <a:r>
                        <a:rPr lang="de-DE" sz="1600" b="1" u="none" strike="noStrike" dirty="0">
                          <a:effectLst/>
                        </a:rPr>
                        <a:t>Access-Control-</a:t>
                      </a:r>
                      <a:r>
                        <a:rPr lang="de-DE" sz="1600" b="1" u="none" strike="noStrike" dirty="0" err="1">
                          <a:effectLst/>
                        </a:rPr>
                        <a:t>Allow</a:t>
                      </a:r>
                      <a:r>
                        <a:rPr lang="de-DE" sz="1600" b="1" u="none" strike="noStrike" dirty="0">
                          <a:effectLst/>
                        </a:rPr>
                        <a:t>-Origin</a:t>
                      </a:r>
                      <a:endParaRPr lang="de-DE" sz="1600" b="1" i="0" u="none" strike="noStrike" dirty="0">
                        <a:solidFill>
                          <a:srgbClr val="000000"/>
                        </a:solidFill>
                        <a:effectLst/>
                        <a:latin typeface="Calibri" panose="020F0502020204030204" pitchFamily="34" charset="0"/>
                      </a:endParaRPr>
                    </a:p>
                  </a:txBody>
                  <a:tcPr marL="6350" marR="6350" marT="6350" marB="0"/>
                </a:tc>
                <a:tc>
                  <a:txBody>
                    <a:bodyPr/>
                    <a:lstStyle/>
                    <a:p>
                      <a:pPr algn="l" fontAlgn="b"/>
                      <a:r>
                        <a:rPr lang="de-DE" sz="1600" b="1" u="none" strike="noStrike">
                          <a:effectLst/>
                        </a:rPr>
                        <a:t>*</a:t>
                      </a:r>
                      <a:endParaRPr lang="de-DE" sz="1600" b="1"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657455112"/>
                  </a:ext>
                </a:extLst>
              </a:tr>
              <a:tr h="184150">
                <a:tc>
                  <a:txBody>
                    <a:bodyPr/>
                    <a:lstStyle/>
                    <a:p>
                      <a:pPr algn="l" fontAlgn="b"/>
                      <a:r>
                        <a:rPr lang="de-DE" sz="1600" b="1" u="none" strike="noStrike" dirty="0">
                          <a:effectLst/>
                        </a:rPr>
                        <a:t>Access-Control-</a:t>
                      </a:r>
                      <a:r>
                        <a:rPr lang="de-DE" sz="1600" b="1" u="none" strike="noStrike" dirty="0" err="1">
                          <a:effectLst/>
                        </a:rPr>
                        <a:t>Allow</a:t>
                      </a:r>
                      <a:r>
                        <a:rPr lang="de-DE" sz="1600" b="1" u="none" strike="noStrike" dirty="0">
                          <a:effectLst/>
                        </a:rPr>
                        <a:t>-Methods</a:t>
                      </a:r>
                      <a:endParaRPr lang="de-DE" sz="1600" b="1" i="0" u="none" strike="noStrike" dirty="0">
                        <a:solidFill>
                          <a:srgbClr val="000000"/>
                        </a:solidFill>
                        <a:effectLst/>
                        <a:latin typeface="Calibri" panose="020F0502020204030204" pitchFamily="34" charset="0"/>
                      </a:endParaRPr>
                    </a:p>
                  </a:txBody>
                  <a:tcPr marL="6350" marR="6350" marT="6350" marB="0"/>
                </a:tc>
                <a:tc>
                  <a:txBody>
                    <a:bodyPr/>
                    <a:lstStyle/>
                    <a:p>
                      <a:pPr algn="l" fontAlgn="b"/>
                      <a:r>
                        <a:rPr lang="en-US" sz="1600" b="1" u="none" strike="noStrike">
                          <a:effectLst/>
                        </a:rPr>
                        <a:t>POST, PATCH, PUT, GET, OPTIONS, DELETE</a:t>
                      </a:r>
                      <a:endParaRPr lang="en-US" sz="1600" b="1"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871272598"/>
                  </a:ext>
                </a:extLst>
              </a:tr>
              <a:tr h="184150">
                <a:tc>
                  <a:txBody>
                    <a:bodyPr/>
                    <a:lstStyle/>
                    <a:p>
                      <a:pPr algn="l" fontAlgn="b"/>
                      <a:r>
                        <a:rPr lang="de-DE" sz="1600" b="1" u="none" strike="noStrike" dirty="0">
                          <a:effectLst/>
                        </a:rPr>
                        <a:t>Access-Control-Max-Age</a:t>
                      </a:r>
                      <a:endParaRPr lang="de-DE" sz="1600" b="1" i="0" u="none" strike="noStrike" dirty="0">
                        <a:solidFill>
                          <a:srgbClr val="000000"/>
                        </a:solidFill>
                        <a:effectLst/>
                        <a:latin typeface="Calibri" panose="020F0502020204030204" pitchFamily="34" charset="0"/>
                      </a:endParaRPr>
                    </a:p>
                  </a:txBody>
                  <a:tcPr marL="6350" marR="6350" marT="6350" marB="0"/>
                </a:tc>
                <a:tc>
                  <a:txBody>
                    <a:bodyPr/>
                    <a:lstStyle/>
                    <a:p>
                      <a:pPr algn="l" fontAlgn="b"/>
                      <a:r>
                        <a:rPr lang="de-DE" sz="1600" b="1" u="none" strike="noStrike" dirty="0">
                          <a:effectLst/>
                        </a:rPr>
                        <a:t>3600</a:t>
                      </a:r>
                      <a:endParaRPr lang="de-DE" sz="1600" b="1"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590449351"/>
                  </a:ext>
                </a:extLst>
              </a:tr>
              <a:tr h="184150">
                <a:tc>
                  <a:txBody>
                    <a:bodyPr/>
                    <a:lstStyle/>
                    <a:p>
                      <a:pPr algn="l" fontAlgn="b"/>
                      <a:r>
                        <a:rPr lang="de-DE" sz="1600" b="1" u="none" strike="noStrike" dirty="0">
                          <a:effectLst/>
                        </a:rPr>
                        <a:t>Access-Control-</a:t>
                      </a:r>
                      <a:r>
                        <a:rPr lang="de-DE" sz="1600" b="1" u="none" strike="noStrike" dirty="0" err="1">
                          <a:effectLst/>
                        </a:rPr>
                        <a:t>Allow</a:t>
                      </a:r>
                      <a:r>
                        <a:rPr lang="de-DE" sz="1600" b="1" u="none" strike="noStrike" dirty="0">
                          <a:effectLst/>
                        </a:rPr>
                        <a:t>-Headers</a:t>
                      </a:r>
                      <a:endParaRPr lang="de-DE" sz="1600" b="1" i="0" u="none" strike="noStrike" dirty="0">
                        <a:solidFill>
                          <a:srgbClr val="000000"/>
                        </a:solidFill>
                        <a:effectLst/>
                        <a:latin typeface="Calibri" panose="020F0502020204030204" pitchFamily="34" charset="0"/>
                      </a:endParaRPr>
                    </a:p>
                  </a:txBody>
                  <a:tcPr marL="6350" marR="6350" marT="6350" marB="0"/>
                </a:tc>
                <a:tc>
                  <a:txBody>
                    <a:bodyPr/>
                    <a:lstStyle/>
                    <a:p>
                      <a:pPr algn="l" fontAlgn="b"/>
                      <a:r>
                        <a:rPr lang="de-DE" sz="1600" b="1" u="none" strike="noStrike" dirty="0">
                          <a:effectLst/>
                        </a:rPr>
                        <a:t>x-</a:t>
                      </a:r>
                      <a:r>
                        <a:rPr lang="de-DE" sz="1600" b="1" u="none" strike="noStrike" dirty="0" err="1">
                          <a:effectLst/>
                        </a:rPr>
                        <a:t>requested</a:t>
                      </a:r>
                      <a:r>
                        <a:rPr lang="de-DE" sz="1600" b="1" u="none" strike="noStrike" dirty="0">
                          <a:effectLst/>
                        </a:rPr>
                        <a:t>-</a:t>
                      </a:r>
                      <a:r>
                        <a:rPr lang="de-DE" sz="1600" b="1" u="none" strike="noStrike" dirty="0" err="1">
                          <a:effectLst/>
                        </a:rPr>
                        <a:t>with</a:t>
                      </a:r>
                      <a:r>
                        <a:rPr lang="de-DE" sz="1600" b="1" u="none" strike="noStrike" dirty="0">
                          <a:effectLst/>
                        </a:rPr>
                        <a:t>, </a:t>
                      </a:r>
                      <a:r>
                        <a:rPr lang="de-DE" sz="1600" b="1" u="none" strike="noStrike" dirty="0" err="1">
                          <a:effectLst/>
                        </a:rPr>
                        <a:t>authorization</a:t>
                      </a:r>
                      <a:r>
                        <a:rPr lang="de-DE" sz="1600" b="1" u="none" strike="noStrike" dirty="0">
                          <a:effectLst/>
                        </a:rPr>
                        <a:t>, </a:t>
                      </a:r>
                      <a:r>
                        <a:rPr lang="de-DE" sz="1600" b="1" u="none" strike="noStrike" dirty="0" err="1">
                          <a:effectLst/>
                        </a:rPr>
                        <a:t>content</a:t>
                      </a:r>
                      <a:r>
                        <a:rPr lang="de-DE" sz="1600" b="1" u="none" strike="noStrike" dirty="0">
                          <a:effectLst/>
                        </a:rPr>
                        <a:t>-type, x-</a:t>
                      </a:r>
                      <a:r>
                        <a:rPr lang="de-DE" sz="1600" b="1" u="none" strike="noStrike" dirty="0" err="1">
                          <a:effectLst/>
                        </a:rPr>
                        <a:t>xsrf</a:t>
                      </a:r>
                      <a:r>
                        <a:rPr lang="de-DE" sz="1600" b="1" u="none" strike="noStrike" dirty="0">
                          <a:effectLst/>
                        </a:rPr>
                        <a:t>-token</a:t>
                      </a:r>
                      <a:endParaRPr lang="de-DE" sz="1600" b="1"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896358964"/>
                  </a:ext>
                </a:extLst>
              </a:tr>
            </a:tbl>
          </a:graphicData>
        </a:graphic>
      </p:graphicFrame>
      <p:grpSp>
        <p:nvGrpSpPr>
          <p:cNvPr id="8" name="Gruppieren 7">
            <a:extLst>
              <a:ext uri="{FF2B5EF4-FFF2-40B4-BE49-F238E27FC236}">
                <a16:creationId xmlns:a16="http://schemas.microsoft.com/office/drawing/2014/main" id="{29D5C940-3158-4515-BA4F-F02DCD629476}"/>
              </a:ext>
            </a:extLst>
          </p:cNvPr>
          <p:cNvGrpSpPr/>
          <p:nvPr/>
        </p:nvGrpSpPr>
        <p:grpSpPr>
          <a:xfrm>
            <a:off x="1475656" y="1124743"/>
            <a:ext cx="7488832" cy="4608513"/>
            <a:chOff x="755576" y="1556790"/>
            <a:chExt cx="7488832" cy="4608513"/>
          </a:xfrm>
        </p:grpSpPr>
        <p:sp>
          <p:nvSpPr>
            <p:cNvPr id="9" name="Rechteck 8">
              <a:extLst>
                <a:ext uri="{FF2B5EF4-FFF2-40B4-BE49-F238E27FC236}">
                  <a16:creationId xmlns:a16="http://schemas.microsoft.com/office/drawing/2014/main" id="{9C349C5C-B00B-46C6-B258-68E20A002C34}"/>
                </a:ext>
              </a:extLst>
            </p:cNvPr>
            <p:cNvSpPr/>
            <p:nvPr/>
          </p:nvSpPr>
          <p:spPr>
            <a:xfrm>
              <a:off x="755576" y="1556790"/>
              <a:ext cx="7488832" cy="4608513"/>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t" anchorCtr="0">
              <a:normAutofit/>
            </a:bodyPr>
            <a:lstStyle/>
            <a:p>
              <a:pPr marL="180975" indent="-180975" algn="ctr" eaLnBrk="0" hangingPunct="0">
                <a:spcBef>
                  <a:spcPct val="25000"/>
                </a:spcBef>
                <a:buClr>
                  <a:srgbClr val="003266"/>
                </a:buClr>
                <a:buFont typeface="Wingdings" pitchFamily="2" charset="2"/>
                <a:buChar char="§"/>
              </a:pPr>
              <a:endParaRPr lang="de-DE" dirty="0" err="1">
                <a:solidFill>
                  <a:srgbClr val="5A5A5A"/>
                </a:solidFill>
                <a:ea typeface="ＭＳ Ｐゴシック" pitchFamily="-109" charset="-128"/>
                <a:cs typeface="ＭＳ Ｐゴシック" pitchFamily="-111" charset="-128"/>
              </a:endParaRPr>
            </a:p>
          </p:txBody>
        </p:sp>
        <p:sp>
          <p:nvSpPr>
            <p:cNvPr id="10" name="Rechteck 9">
              <a:extLst>
                <a:ext uri="{FF2B5EF4-FFF2-40B4-BE49-F238E27FC236}">
                  <a16:creationId xmlns:a16="http://schemas.microsoft.com/office/drawing/2014/main" id="{0EADE7C5-1A3F-4EE0-8135-D71A21C6CEB6}"/>
                </a:ext>
              </a:extLst>
            </p:cNvPr>
            <p:cNvSpPr/>
            <p:nvPr/>
          </p:nvSpPr>
          <p:spPr>
            <a:xfrm>
              <a:off x="1259632" y="4293096"/>
              <a:ext cx="1584176" cy="1512168"/>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nchorCtr="0">
              <a:normAutofit/>
            </a:bodyPr>
            <a:lstStyle/>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Backend</a:t>
              </a:r>
            </a:p>
          </p:txBody>
        </p:sp>
        <p:sp>
          <p:nvSpPr>
            <p:cNvPr id="11" name="Rechteck 10">
              <a:extLst>
                <a:ext uri="{FF2B5EF4-FFF2-40B4-BE49-F238E27FC236}">
                  <a16:creationId xmlns:a16="http://schemas.microsoft.com/office/drawing/2014/main" id="{1C61CE34-C427-46D4-9471-9D7A43FD84B4}"/>
                </a:ext>
              </a:extLst>
            </p:cNvPr>
            <p:cNvSpPr/>
            <p:nvPr/>
          </p:nvSpPr>
          <p:spPr>
            <a:xfrm>
              <a:off x="3779912" y="4293096"/>
              <a:ext cx="1584176" cy="1512168"/>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nchorCtr="0">
              <a:normAutofit/>
            </a:bodyPr>
            <a:lstStyle/>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Proxy</a:t>
              </a:r>
            </a:p>
          </p:txBody>
        </p:sp>
        <p:sp>
          <p:nvSpPr>
            <p:cNvPr id="12" name="Rechteck 11">
              <a:extLst>
                <a:ext uri="{FF2B5EF4-FFF2-40B4-BE49-F238E27FC236}">
                  <a16:creationId xmlns:a16="http://schemas.microsoft.com/office/drawing/2014/main" id="{061CD880-8D16-407B-969F-4FEEEDDA6742}"/>
                </a:ext>
              </a:extLst>
            </p:cNvPr>
            <p:cNvSpPr/>
            <p:nvPr/>
          </p:nvSpPr>
          <p:spPr>
            <a:xfrm>
              <a:off x="3757617" y="1916832"/>
              <a:ext cx="1584176" cy="1512168"/>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nchorCtr="0">
              <a:normAutofit/>
            </a:bodyPr>
            <a:lstStyle/>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Browser</a:t>
              </a:r>
            </a:p>
          </p:txBody>
        </p:sp>
        <p:sp>
          <p:nvSpPr>
            <p:cNvPr id="13" name="Rechteck 12">
              <a:extLst>
                <a:ext uri="{FF2B5EF4-FFF2-40B4-BE49-F238E27FC236}">
                  <a16:creationId xmlns:a16="http://schemas.microsoft.com/office/drawing/2014/main" id="{DF63BAF5-DD06-40D7-89DA-D4C6D783D0FC}"/>
                </a:ext>
              </a:extLst>
            </p:cNvPr>
            <p:cNvSpPr/>
            <p:nvPr/>
          </p:nvSpPr>
          <p:spPr>
            <a:xfrm>
              <a:off x="6311290" y="4293096"/>
              <a:ext cx="1584176" cy="1512168"/>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nchorCtr="0">
              <a:normAutofit/>
            </a:bodyPr>
            <a:lstStyle/>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Frontend</a:t>
              </a:r>
            </a:p>
          </p:txBody>
        </p:sp>
        <p:cxnSp>
          <p:nvCxnSpPr>
            <p:cNvPr id="14" name="Gerade Verbindung mit Pfeil 13">
              <a:extLst>
                <a:ext uri="{FF2B5EF4-FFF2-40B4-BE49-F238E27FC236}">
                  <a16:creationId xmlns:a16="http://schemas.microsoft.com/office/drawing/2014/main" id="{3F85F1B9-E7FC-46A0-92A0-B13E76131404}"/>
                </a:ext>
              </a:extLst>
            </p:cNvPr>
            <p:cNvCxnSpPr/>
            <p:nvPr/>
          </p:nvCxnSpPr>
          <p:spPr>
            <a:xfrm>
              <a:off x="2843808" y="4725144"/>
              <a:ext cx="913809" cy="0"/>
            </a:xfrm>
            <a:prstGeom prst="straightConnector1">
              <a:avLst/>
            </a:prstGeom>
            <a:ln w="76200">
              <a:solidFill>
                <a:srgbClr val="1B5C66"/>
              </a:solidFill>
              <a:tailEnd type="triangle"/>
            </a:ln>
          </p:spPr>
          <p:style>
            <a:lnRef idx="2">
              <a:schemeClr val="accent1"/>
            </a:lnRef>
            <a:fillRef idx="0">
              <a:schemeClr val="accent1"/>
            </a:fillRef>
            <a:effectRef idx="1">
              <a:schemeClr val="accent1"/>
            </a:effectRef>
            <a:fontRef idx="minor">
              <a:schemeClr val="tx1"/>
            </a:fontRef>
          </p:style>
        </p:cxnSp>
        <p:cxnSp>
          <p:nvCxnSpPr>
            <p:cNvPr id="15" name="Gerade Verbindung mit Pfeil 14">
              <a:extLst>
                <a:ext uri="{FF2B5EF4-FFF2-40B4-BE49-F238E27FC236}">
                  <a16:creationId xmlns:a16="http://schemas.microsoft.com/office/drawing/2014/main" id="{5E03E1B9-3C73-40BB-ADE1-93DB20D58EB2}"/>
                </a:ext>
              </a:extLst>
            </p:cNvPr>
            <p:cNvCxnSpPr/>
            <p:nvPr/>
          </p:nvCxnSpPr>
          <p:spPr>
            <a:xfrm>
              <a:off x="5364088" y="5013176"/>
              <a:ext cx="913809" cy="0"/>
            </a:xfrm>
            <a:prstGeom prst="straightConnector1">
              <a:avLst/>
            </a:prstGeom>
            <a:ln w="76200">
              <a:solidFill>
                <a:srgbClr val="1B5C66"/>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6" name="Gerade Verbindung mit Pfeil 15">
              <a:extLst>
                <a:ext uri="{FF2B5EF4-FFF2-40B4-BE49-F238E27FC236}">
                  <a16:creationId xmlns:a16="http://schemas.microsoft.com/office/drawing/2014/main" id="{FE56A3E6-E674-4B9E-8555-80C322070E88}"/>
                </a:ext>
              </a:extLst>
            </p:cNvPr>
            <p:cNvCxnSpPr/>
            <p:nvPr/>
          </p:nvCxnSpPr>
          <p:spPr>
            <a:xfrm>
              <a:off x="2866103" y="5301208"/>
              <a:ext cx="913809" cy="0"/>
            </a:xfrm>
            <a:prstGeom prst="straightConnector1">
              <a:avLst/>
            </a:prstGeom>
            <a:ln w="76200">
              <a:solidFill>
                <a:srgbClr val="1B5C66"/>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7" name="Gerade Verbindung mit Pfeil 16">
              <a:extLst>
                <a:ext uri="{FF2B5EF4-FFF2-40B4-BE49-F238E27FC236}">
                  <a16:creationId xmlns:a16="http://schemas.microsoft.com/office/drawing/2014/main" id="{853E39CD-9ECD-49A0-876A-127794070B46}"/>
                </a:ext>
              </a:extLst>
            </p:cNvPr>
            <p:cNvCxnSpPr>
              <a:cxnSpLocks/>
            </p:cNvCxnSpPr>
            <p:nvPr/>
          </p:nvCxnSpPr>
          <p:spPr>
            <a:xfrm>
              <a:off x="4355976" y="3501008"/>
              <a:ext cx="0" cy="792088"/>
            </a:xfrm>
            <a:prstGeom prst="straightConnector1">
              <a:avLst/>
            </a:prstGeom>
            <a:ln w="76200">
              <a:solidFill>
                <a:srgbClr val="1B5C6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Gerade Verbindung mit Pfeil 17">
              <a:extLst>
                <a:ext uri="{FF2B5EF4-FFF2-40B4-BE49-F238E27FC236}">
                  <a16:creationId xmlns:a16="http://schemas.microsoft.com/office/drawing/2014/main" id="{7011D0C2-44F0-41C4-A32C-E5018A55B75B}"/>
                </a:ext>
              </a:extLst>
            </p:cNvPr>
            <p:cNvCxnSpPr>
              <a:cxnSpLocks/>
            </p:cNvCxnSpPr>
            <p:nvPr/>
          </p:nvCxnSpPr>
          <p:spPr>
            <a:xfrm>
              <a:off x="4860032" y="3501008"/>
              <a:ext cx="0" cy="792088"/>
            </a:xfrm>
            <a:prstGeom prst="straightConnector1">
              <a:avLst/>
            </a:prstGeom>
            <a:ln w="76200">
              <a:solidFill>
                <a:srgbClr val="1B5C66"/>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grpSp>
        <p:nvGrpSpPr>
          <p:cNvPr id="19" name="Gruppieren 18">
            <a:extLst>
              <a:ext uri="{FF2B5EF4-FFF2-40B4-BE49-F238E27FC236}">
                <a16:creationId xmlns:a16="http://schemas.microsoft.com/office/drawing/2014/main" id="{3AFF4A96-08B6-47DA-9ADC-AB29F6FA53E8}"/>
              </a:ext>
            </a:extLst>
          </p:cNvPr>
          <p:cNvGrpSpPr/>
          <p:nvPr/>
        </p:nvGrpSpPr>
        <p:grpSpPr>
          <a:xfrm>
            <a:off x="827584" y="1225175"/>
            <a:ext cx="7488832" cy="4608513"/>
            <a:chOff x="755576" y="1556790"/>
            <a:chExt cx="7488832" cy="4608513"/>
          </a:xfrm>
        </p:grpSpPr>
        <p:sp>
          <p:nvSpPr>
            <p:cNvPr id="20" name="Rechteck 19">
              <a:extLst>
                <a:ext uri="{FF2B5EF4-FFF2-40B4-BE49-F238E27FC236}">
                  <a16:creationId xmlns:a16="http://schemas.microsoft.com/office/drawing/2014/main" id="{1E0263E8-33E2-4797-928C-19F99758B9BF}"/>
                </a:ext>
              </a:extLst>
            </p:cNvPr>
            <p:cNvSpPr/>
            <p:nvPr/>
          </p:nvSpPr>
          <p:spPr>
            <a:xfrm>
              <a:off x="755576" y="1556790"/>
              <a:ext cx="7488832" cy="4608513"/>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t" anchorCtr="0">
              <a:normAutofit/>
            </a:bodyPr>
            <a:lstStyle/>
            <a:p>
              <a:pPr marL="180975" indent="-180975" algn="ctr" eaLnBrk="0" hangingPunct="0">
                <a:spcBef>
                  <a:spcPct val="25000"/>
                </a:spcBef>
                <a:buClr>
                  <a:srgbClr val="003266"/>
                </a:buClr>
                <a:buFont typeface="Wingdings" pitchFamily="2" charset="2"/>
                <a:buChar char="§"/>
              </a:pPr>
              <a:endParaRPr lang="de-DE" dirty="0" err="1">
                <a:solidFill>
                  <a:srgbClr val="5A5A5A"/>
                </a:solidFill>
                <a:ea typeface="ＭＳ Ｐゴシック" pitchFamily="-109" charset="-128"/>
                <a:cs typeface="ＭＳ Ｐゴシック" pitchFamily="-111" charset="-128"/>
              </a:endParaRPr>
            </a:p>
          </p:txBody>
        </p:sp>
        <p:sp>
          <p:nvSpPr>
            <p:cNvPr id="22" name="Rechteck 21">
              <a:extLst>
                <a:ext uri="{FF2B5EF4-FFF2-40B4-BE49-F238E27FC236}">
                  <a16:creationId xmlns:a16="http://schemas.microsoft.com/office/drawing/2014/main" id="{BABBE5FE-4376-4784-93E3-DAECD967D240}"/>
                </a:ext>
              </a:extLst>
            </p:cNvPr>
            <p:cNvSpPr/>
            <p:nvPr/>
          </p:nvSpPr>
          <p:spPr>
            <a:xfrm>
              <a:off x="3779912" y="4293096"/>
              <a:ext cx="1584176" cy="1512168"/>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nchorCtr="0">
              <a:normAutofit/>
            </a:bodyPr>
            <a:lstStyle/>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Backend</a:t>
              </a:r>
            </a:p>
          </p:txBody>
        </p:sp>
        <p:sp>
          <p:nvSpPr>
            <p:cNvPr id="23" name="Rechteck 22">
              <a:extLst>
                <a:ext uri="{FF2B5EF4-FFF2-40B4-BE49-F238E27FC236}">
                  <a16:creationId xmlns:a16="http://schemas.microsoft.com/office/drawing/2014/main" id="{C4DE62AD-B1FF-44A8-8ECF-56BD74871DE3}"/>
                </a:ext>
              </a:extLst>
            </p:cNvPr>
            <p:cNvSpPr/>
            <p:nvPr/>
          </p:nvSpPr>
          <p:spPr>
            <a:xfrm>
              <a:off x="3757617" y="1916832"/>
              <a:ext cx="1584176" cy="1512168"/>
            </a:xfrm>
            <a:prstGeom prst="rect">
              <a:avLst/>
            </a:prstGeom>
            <a:ln/>
          </p:spPr>
          <p:style>
            <a:lnRef idx="1">
              <a:schemeClr val="accent1"/>
            </a:lnRef>
            <a:fillRef idx="2">
              <a:schemeClr val="accent1"/>
            </a:fillRef>
            <a:effectRef idx="1">
              <a:schemeClr val="accent1"/>
            </a:effectRef>
            <a:fontRef idx="minor">
              <a:schemeClr val="dk1"/>
            </a:fontRef>
          </p:style>
          <p:txBody>
            <a:bodyPr rtlCol="0" anchor="ctr" anchorCtr="0">
              <a:normAutofit/>
            </a:bodyPr>
            <a:lstStyle/>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Browser</a:t>
              </a:r>
            </a:p>
          </p:txBody>
        </p:sp>
        <p:cxnSp>
          <p:nvCxnSpPr>
            <p:cNvPr id="28" name="Gerade Verbindung mit Pfeil 27">
              <a:extLst>
                <a:ext uri="{FF2B5EF4-FFF2-40B4-BE49-F238E27FC236}">
                  <a16:creationId xmlns:a16="http://schemas.microsoft.com/office/drawing/2014/main" id="{5EBBBEED-7E83-4409-AE86-E598D24A1D7B}"/>
                </a:ext>
              </a:extLst>
            </p:cNvPr>
            <p:cNvCxnSpPr>
              <a:cxnSpLocks/>
            </p:cNvCxnSpPr>
            <p:nvPr/>
          </p:nvCxnSpPr>
          <p:spPr>
            <a:xfrm>
              <a:off x="4355976" y="3501008"/>
              <a:ext cx="0" cy="792088"/>
            </a:xfrm>
            <a:prstGeom prst="straightConnector1">
              <a:avLst/>
            </a:prstGeom>
            <a:ln w="76200">
              <a:solidFill>
                <a:srgbClr val="1B5C66"/>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Gerade Verbindung mit Pfeil 28">
              <a:extLst>
                <a:ext uri="{FF2B5EF4-FFF2-40B4-BE49-F238E27FC236}">
                  <a16:creationId xmlns:a16="http://schemas.microsoft.com/office/drawing/2014/main" id="{20989060-7D0F-4DA4-BBEA-491C1730D190}"/>
                </a:ext>
              </a:extLst>
            </p:cNvPr>
            <p:cNvCxnSpPr>
              <a:cxnSpLocks/>
            </p:cNvCxnSpPr>
            <p:nvPr/>
          </p:nvCxnSpPr>
          <p:spPr>
            <a:xfrm>
              <a:off x="4860032" y="3501008"/>
              <a:ext cx="0" cy="792088"/>
            </a:xfrm>
            <a:prstGeom prst="straightConnector1">
              <a:avLst/>
            </a:prstGeom>
            <a:ln w="76200">
              <a:solidFill>
                <a:srgbClr val="1B5C66"/>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020490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9"/>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So kommt man aus der Same-Origin Policy heraus…</a:t>
            </a:r>
          </a:p>
        </p:txBody>
      </p:sp>
      <p:sp>
        <p:nvSpPr>
          <p:cNvPr id="4" name="Rechteck 3">
            <a:extLst>
              <a:ext uri="{FF2B5EF4-FFF2-40B4-BE49-F238E27FC236}">
                <a16:creationId xmlns:a16="http://schemas.microsoft.com/office/drawing/2014/main" id="{C7CA8FFA-3E4C-45D8-8D61-E904B163429B}"/>
              </a:ext>
            </a:extLst>
          </p:cNvPr>
          <p:cNvSpPr/>
          <p:nvPr/>
        </p:nvSpPr>
        <p:spPr>
          <a:xfrm>
            <a:off x="437008" y="1761422"/>
            <a:ext cx="2520280" cy="3528392"/>
          </a:xfrm>
          <a:prstGeom prst="rect">
            <a:avLst/>
          </a:prstGeom>
          <a:ln/>
        </p:spPr>
        <p:style>
          <a:lnRef idx="1">
            <a:schemeClr val="dk1"/>
          </a:lnRef>
          <a:fillRef idx="2">
            <a:schemeClr val="dk1"/>
          </a:fillRef>
          <a:effectRef idx="1">
            <a:schemeClr val="dk1"/>
          </a:effectRef>
          <a:fontRef idx="minor">
            <a:schemeClr val="dk1"/>
          </a:fontRef>
        </p:style>
        <p:txBody>
          <a:bodyPr rtlCol="0" anchor="ctr" anchorCtr="0">
            <a:normAutofit/>
          </a:bodyPr>
          <a:lstStyle/>
          <a:p>
            <a:pPr algn="ctr"/>
            <a:r>
              <a:rPr lang="de-DE" dirty="0"/>
              <a:t>Backend liefert Frontend aus</a:t>
            </a:r>
          </a:p>
        </p:txBody>
      </p:sp>
      <p:sp>
        <p:nvSpPr>
          <p:cNvPr id="5" name="Rechteck 4">
            <a:extLst>
              <a:ext uri="{FF2B5EF4-FFF2-40B4-BE49-F238E27FC236}">
                <a16:creationId xmlns:a16="http://schemas.microsoft.com/office/drawing/2014/main" id="{6D7E25A9-3FB1-4E7D-B9C8-A73334612752}"/>
              </a:ext>
            </a:extLst>
          </p:cNvPr>
          <p:cNvSpPr/>
          <p:nvPr/>
        </p:nvSpPr>
        <p:spPr>
          <a:xfrm>
            <a:off x="3167844" y="1761422"/>
            <a:ext cx="2520280" cy="3528392"/>
          </a:xfrm>
          <a:prstGeom prst="rect">
            <a:avLst/>
          </a:prstGeom>
          <a:ln/>
        </p:spPr>
        <p:style>
          <a:lnRef idx="1">
            <a:schemeClr val="dk1"/>
          </a:lnRef>
          <a:fillRef idx="2">
            <a:schemeClr val="dk1"/>
          </a:fillRef>
          <a:effectRef idx="1">
            <a:schemeClr val="dk1"/>
          </a:effectRef>
          <a:fontRef idx="minor">
            <a:schemeClr val="dk1"/>
          </a:fontRef>
        </p:style>
        <p:txBody>
          <a:bodyPr rtlCol="0" anchor="ctr" anchorCtr="0">
            <a:normAutofit/>
          </a:bodyPr>
          <a:lstStyle/>
          <a:p>
            <a:pPr algn="ctr"/>
            <a:r>
              <a:rPr lang="de-DE" dirty="0"/>
              <a:t>Cross-Origin </a:t>
            </a:r>
            <a:r>
              <a:rPr lang="de-DE" dirty="0" err="1"/>
              <a:t>Resource</a:t>
            </a:r>
            <a:r>
              <a:rPr lang="de-DE" dirty="0"/>
              <a:t> Sharing</a:t>
            </a:r>
          </a:p>
        </p:txBody>
      </p:sp>
      <p:sp>
        <p:nvSpPr>
          <p:cNvPr id="6" name="Rechteck 5">
            <a:extLst>
              <a:ext uri="{FF2B5EF4-FFF2-40B4-BE49-F238E27FC236}">
                <a16:creationId xmlns:a16="http://schemas.microsoft.com/office/drawing/2014/main" id="{DA655385-C189-40FC-9FAD-CA8A170B7297}"/>
              </a:ext>
            </a:extLst>
          </p:cNvPr>
          <p:cNvSpPr/>
          <p:nvPr/>
        </p:nvSpPr>
        <p:spPr>
          <a:xfrm>
            <a:off x="5868144" y="1761422"/>
            <a:ext cx="2520280" cy="3528392"/>
          </a:xfrm>
          <a:prstGeom prst="rect">
            <a:avLst/>
          </a:prstGeom>
          <a:ln/>
        </p:spPr>
        <p:style>
          <a:lnRef idx="1">
            <a:schemeClr val="dk1"/>
          </a:lnRef>
          <a:fillRef idx="2">
            <a:schemeClr val="dk1"/>
          </a:fillRef>
          <a:effectRef idx="1">
            <a:schemeClr val="dk1"/>
          </a:effectRef>
          <a:fontRef idx="minor">
            <a:schemeClr val="dk1"/>
          </a:fontRef>
        </p:style>
        <p:txBody>
          <a:bodyPr rtlCol="0" anchor="ctr" anchorCtr="0">
            <a:normAutofit/>
          </a:bodyPr>
          <a:lstStyle/>
          <a:p>
            <a:pPr algn="ctr"/>
            <a:r>
              <a:rPr lang="de-DE"/>
              <a:t>Proxy tunnelt zum Backend</a:t>
            </a:r>
            <a:endParaRPr lang="de-DE" dirty="0"/>
          </a:p>
        </p:txBody>
      </p:sp>
      <p:sp>
        <p:nvSpPr>
          <p:cNvPr id="3" name="Rechteck 2">
            <a:extLst>
              <a:ext uri="{FF2B5EF4-FFF2-40B4-BE49-F238E27FC236}">
                <a16:creationId xmlns:a16="http://schemas.microsoft.com/office/drawing/2014/main" id="{51BF3862-C3CF-4BB1-A79D-050D6D5D4E25}"/>
              </a:ext>
            </a:extLst>
          </p:cNvPr>
          <p:cNvSpPr/>
          <p:nvPr/>
        </p:nvSpPr>
        <p:spPr>
          <a:xfrm rot="19949844">
            <a:off x="3023828" y="4293096"/>
            <a:ext cx="2664296" cy="1224136"/>
          </a:xfrm>
          <a:prstGeom prst="rect">
            <a:avLst/>
          </a:prstGeom>
          <a:ln/>
        </p:spPr>
        <p:style>
          <a:lnRef idx="3">
            <a:schemeClr val="lt1"/>
          </a:lnRef>
          <a:fillRef idx="1">
            <a:schemeClr val="accent2"/>
          </a:fillRef>
          <a:effectRef idx="1">
            <a:schemeClr val="accent2"/>
          </a:effectRef>
          <a:fontRef idx="minor">
            <a:schemeClr val="lt1"/>
          </a:fontRef>
        </p:style>
        <p:txBody>
          <a:bodyPr rtlCol="0" anchor="ctr" anchorCtr="0">
            <a:normAutofit/>
          </a:bodyPr>
          <a:lstStyle/>
          <a:p>
            <a:pPr algn="ctr" eaLnBrk="0" hangingPunct="0">
              <a:spcBef>
                <a:spcPct val="25000"/>
              </a:spcBef>
              <a:buClr>
                <a:srgbClr val="003266"/>
              </a:buClr>
            </a:pPr>
            <a:r>
              <a:rPr lang="de-DE" dirty="0">
                <a:solidFill>
                  <a:schemeClr val="bg1"/>
                </a:solidFill>
                <a:ea typeface="ＭＳ Ｐゴシック" pitchFamily="-109" charset="-128"/>
                <a:cs typeface="ＭＳ Ｐゴシック" pitchFamily="-111" charset="-128"/>
              </a:rPr>
              <a:t>Entwicklung am schnellsten!</a:t>
            </a:r>
          </a:p>
        </p:txBody>
      </p:sp>
      <p:sp>
        <p:nvSpPr>
          <p:cNvPr id="25" name="Rechteck 24">
            <a:extLst>
              <a:ext uri="{FF2B5EF4-FFF2-40B4-BE49-F238E27FC236}">
                <a16:creationId xmlns:a16="http://schemas.microsoft.com/office/drawing/2014/main" id="{E7C39FE3-073F-446C-9F8B-985B86E23AC2}"/>
              </a:ext>
            </a:extLst>
          </p:cNvPr>
          <p:cNvSpPr/>
          <p:nvPr/>
        </p:nvSpPr>
        <p:spPr>
          <a:xfrm rot="19949844">
            <a:off x="318387" y="4293095"/>
            <a:ext cx="2664296" cy="1224136"/>
          </a:xfrm>
          <a:prstGeom prst="rect">
            <a:avLst/>
          </a:prstGeom>
          <a:ln/>
        </p:spPr>
        <p:style>
          <a:lnRef idx="3">
            <a:schemeClr val="lt1"/>
          </a:lnRef>
          <a:fillRef idx="1">
            <a:schemeClr val="accent2"/>
          </a:fillRef>
          <a:effectRef idx="1">
            <a:schemeClr val="accent2"/>
          </a:effectRef>
          <a:fontRef idx="minor">
            <a:schemeClr val="lt1"/>
          </a:fontRef>
        </p:style>
        <p:txBody>
          <a:bodyPr rtlCol="0" anchor="ctr" anchorCtr="0">
            <a:normAutofit/>
          </a:bodyPr>
          <a:lstStyle/>
          <a:p>
            <a:pPr algn="ctr" eaLnBrk="0" hangingPunct="0">
              <a:spcBef>
                <a:spcPct val="25000"/>
              </a:spcBef>
              <a:buClr>
                <a:srgbClr val="003266"/>
              </a:buClr>
            </a:pPr>
            <a:r>
              <a:rPr lang="de-DE" dirty="0">
                <a:solidFill>
                  <a:schemeClr val="bg1"/>
                </a:solidFill>
                <a:ea typeface="ＭＳ Ｐゴシック" pitchFamily="-109" charset="-128"/>
                <a:cs typeface="ＭＳ Ｐゴシック" pitchFamily="-111" charset="-128"/>
              </a:rPr>
              <a:t>Deployment am einfachsten!</a:t>
            </a:r>
          </a:p>
        </p:txBody>
      </p:sp>
      <p:sp>
        <p:nvSpPr>
          <p:cNvPr id="26" name="Rechteck 25">
            <a:extLst>
              <a:ext uri="{FF2B5EF4-FFF2-40B4-BE49-F238E27FC236}">
                <a16:creationId xmlns:a16="http://schemas.microsoft.com/office/drawing/2014/main" id="{792B940C-A646-4DAF-AA92-977C6378A4DC}"/>
              </a:ext>
            </a:extLst>
          </p:cNvPr>
          <p:cNvSpPr/>
          <p:nvPr/>
        </p:nvSpPr>
        <p:spPr>
          <a:xfrm rot="19949844">
            <a:off x="5729466" y="4293095"/>
            <a:ext cx="2664296" cy="1224136"/>
          </a:xfrm>
          <a:prstGeom prst="rect">
            <a:avLst/>
          </a:prstGeom>
          <a:ln/>
        </p:spPr>
        <p:style>
          <a:lnRef idx="3">
            <a:schemeClr val="lt1"/>
          </a:lnRef>
          <a:fillRef idx="1">
            <a:schemeClr val="accent2"/>
          </a:fillRef>
          <a:effectRef idx="1">
            <a:schemeClr val="accent2"/>
          </a:effectRef>
          <a:fontRef idx="minor">
            <a:schemeClr val="lt1"/>
          </a:fontRef>
        </p:style>
        <p:txBody>
          <a:bodyPr rtlCol="0" anchor="ctr" anchorCtr="0">
            <a:normAutofit/>
          </a:bodyPr>
          <a:lstStyle/>
          <a:p>
            <a:pPr algn="ctr" eaLnBrk="0" hangingPunct="0">
              <a:spcBef>
                <a:spcPct val="25000"/>
              </a:spcBef>
              <a:buClr>
                <a:srgbClr val="003266"/>
              </a:buClr>
            </a:pPr>
            <a:r>
              <a:rPr lang="de-DE" dirty="0">
                <a:solidFill>
                  <a:schemeClr val="bg1"/>
                </a:solidFill>
                <a:ea typeface="ＭＳ Ｐゴシック" pitchFamily="-109" charset="-128"/>
                <a:cs typeface="ＭＳ Ｐゴシック" pitchFamily="-111" charset="-128"/>
              </a:rPr>
              <a:t>Potentiell am schnellsten!</a:t>
            </a:r>
          </a:p>
        </p:txBody>
      </p:sp>
    </p:spTree>
    <p:extLst>
      <p:ext uri="{BB962C8B-B14F-4D97-AF65-F5344CB8AC3E}">
        <p14:creationId xmlns:p14="http://schemas.microsoft.com/office/powerpoint/2010/main" val="670073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A85B30-B685-4707-A589-A52F46005044}"/>
              </a:ext>
            </a:extLst>
          </p:cNvPr>
          <p:cNvSpPr>
            <a:spLocks noGrp="1"/>
          </p:cNvSpPr>
          <p:nvPr>
            <p:ph type="title"/>
          </p:nvPr>
        </p:nvSpPr>
        <p:spPr/>
        <p:txBody>
          <a:bodyPr/>
          <a:lstStyle/>
          <a:p>
            <a:r>
              <a:rPr lang="de-DE" dirty="0"/>
              <a:t>Inkrementell ist schnell!</a:t>
            </a:r>
          </a:p>
        </p:txBody>
      </p:sp>
      <p:sp>
        <p:nvSpPr>
          <p:cNvPr id="3" name="Rechteck 2">
            <a:extLst>
              <a:ext uri="{FF2B5EF4-FFF2-40B4-BE49-F238E27FC236}">
                <a16:creationId xmlns:a16="http://schemas.microsoft.com/office/drawing/2014/main" id="{CAFD4704-D834-4178-89CE-444944FB978C}"/>
              </a:ext>
            </a:extLst>
          </p:cNvPr>
          <p:cNvSpPr/>
          <p:nvPr/>
        </p:nvSpPr>
        <p:spPr>
          <a:xfrm>
            <a:off x="2699792" y="2420888"/>
            <a:ext cx="3384376" cy="1800200"/>
          </a:xfrm>
          <a:prstGeom prst="rect">
            <a:avLst/>
          </a:prstGeom>
          <a:ln/>
        </p:spPr>
        <p:style>
          <a:lnRef idx="1">
            <a:schemeClr val="dk1"/>
          </a:lnRef>
          <a:fillRef idx="2">
            <a:schemeClr val="dk1"/>
          </a:fillRef>
          <a:effectRef idx="1">
            <a:schemeClr val="dk1"/>
          </a:effectRef>
          <a:fontRef idx="minor">
            <a:schemeClr val="dk1"/>
          </a:fontRef>
        </p:style>
        <p:txBody>
          <a:bodyPr rtlCol="0" anchor="ctr" anchorCtr="0">
            <a:normAutofit/>
          </a:bodyPr>
          <a:lstStyle/>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CORS erlaubt uns einen schnellen Entwicklungs-Workflow:</a:t>
            </a:r>
          </a:p>
          <a:p>
            <a:pPr algn="ctr" eaLnBrk="0" hangingPunct="0">
              <a:spcBef>
                <a:spcPct val="25000"/>
              </a:spcBef>
              <a:buClr>
                <a:srgbClr val="003266"/>
              </a:buClr>
            </a:pPr>
            <a:r>
              <a:rPr lang="de-DE" dirty="0">
                <a:solidFill>
                  <a:srgbClr val="5A5A5A"/>
                </a:solidFill>
                <a:ea typeface="ＭＳ Ｐゴシック" pitchFamily="-109" charset="-128"/>
                <a:cs typeface="ＭＳ Ｐゴシック" pitchFamily="-111" charset="-128"/>
              </a:rPr>
              <a:t>Demo</a:t>
            </a:r>
          </a:p>
        </p:txBody>
      </p:sp>
    </p:spTree>
    <p:extLst>
      <p:ext uri="{BB962C8B-B14F-4D97-AF65-F5344CB8AC3E}">
        <p14:creationId xmlns:p14="http://schemas.microsoft.com/office/powerpoint/2010/main" val="1416519897"/>
      </p:ext>
    </p:extLst>
  </p:cSld>
  <p:clrMapOvr>
    <a:masterClrMapping/>
  </p:clrMapOvr>
</p:sld>
</file>

<file path=ppt/theme/theme1.xml><?xml version="1.0" encoding="utf-8"?>
<a:theme xmlns:a="http://schemas.openxmlformats.org/drawingml/2006/main" name="WPS 2015-11-23">
  <a:themeElements>
    <a:clrScheme name="WPS Farben">
      <a:dk1>
        <a:srgbClr val="5A5A5A"/>
      </a:dk1>
      <a:lt1>
        <a:srgbClr val="FFFFFF"/>
      </a:lt1>
      <a:dk2>
        <a:srgbClr val="000000"/>
      </a:dk2>
      <a:lt2>
        <a:srgbClr val="BEBEBE"/>
      </a:lt2>
      <a:accent1>
        <a:srgbClr val="012C56"/>
      </a:accent1>
      <a:accent2>
        <a:srgbClr val="024F9C"/>
      </a:accent2>
      <a:accent3>
        <a:srgbClr val="FFFFFF"/>
      </a:accent3>
      <a:accent4>
        <a:srgbClr val="4C4C4C"/>
      </a:accent4>
      <a:accent5>
        <a:srgbClr val="AAACB4"/>
      </a:accent5>
      <a:accent6>
        <a:srgbClr val="02478D"/>
      </a:accent6>
      <a:hlink>
        <a:srgbClr val="0273E4"/>
      </a:hlink>
      <a:folHlink>
        <a:srgbClr val="FF3300"/>
      </a:folHlink>
    </a:clrScheme>
    <a:fontScheme name="Benutzerdefiniert 4">
      <a:majorFont>
        <a:latin typeface="Univers LT 45 Light"/>
        <a:ea typeface=""/>
        <a:cs typeface=""/>
      </a:majorFont>
      <a:minorFont>
        <a:latin typeface="Univers LT 45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rgbClr val="868686"/>
          </a:solidFill>
        </a:ln>
        <a:effectLst/>
      </a:spPr>
      <a:bodyPr rtlCol="0" anchor="t" anchorCtr="0">
        <a:normAutofit fontScale="77500" lnSpcReduction="20000"/>
      </a:bodyPr>
      <a:lstStyle>
        <a:defPPr marL="180975" indent="-180975" eaLnBrk="0" hangingPunct="0">
          <a:spcBef>
            <a:spcPct val="25000"/>
          </a:spcBef>
          <a:buClr>
            <a:srgbClr val="003266"/>
          </a:buClr>
          <a:buFont typeface="Wingdings" pitchFamily="2" charset="2"/>
          <a:buChar char="§"/>
          <a:defRPr dirty="0" err="1" smtClean="0">
            <a:solidFill>
              <a:srgbClr val="5A5A5A"/>
            </a:solidFill>
            <a:ea typeface="ＭＳ Ｐゴシック" pitchFamily="-109" charset="-128"/>
            <a:cs typeface="ＭＳ Ｐゴシック" pitchFamily="-111" charset="-128"/>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smtClean="0">
            <a:solidFill>
              <a:schemeClr val="tx1"/>
            </a:solidFill>
          </a:defRPr>
        </a:defPPr>
      </a:lstStyle>
    </a:txDef>
  </a:objectDefaul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PPP C1 Solutions 1">
        <a:dk1>
          <a:srgbClr val="5A5A5A"/>
        </a:dk1>
        <a:lt1>
          <a:srgbClr val="FFFFFF"/>
        </a:lt1>
        <a:dk2>
          <a:srgbClr val="000000"/>
        </a:dk2>
        <a:lt2>
          <a:srgbClr val="BEBEBE"/>
        </a:lt2>
        <a:accent1>
          <a:srgbClr val="012C56"/>
        </a:accent1>
        <a:accent2>
          <a:srgbClr val="024F9C"/>
        </a:accent2>
        <a:accent3>
          <a:srgbClr val="FFFFFF"/>
        </a:accent3>
        <a:accent4>
          <a:srgbClr val="4C4C4C"/>
        </a:accent4>
        <a:accent5>
          <a:srgbClr val="AAACB4"/>
        </a:accent5>
        <a:accent6>
          <a:srgbClr val="02478D"/>
        </a:accent6>
        <a:hlink>
          <a:srgbClr val="0273E4"/>
        </a:hlink>
        <a:folHlink>
          <a:srgbClr val="FF33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OWERPOINT MUSTERSEITEN.potx" id="{D5A86E94-CC57-4B12-B9CC-D88834515A5F}" vid="{2F53D11D-C524-4698-A15D-ED53B598415D}"/>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219CA1ABE8BA5B418FA6289AA5BF8845" ma:contentTypeVersion="0" ma:contentTypeDescription="Ein neues Dokument erstellen." ma:contentTypeScope="" ma:versionID="3d8b53c4aa4eb89159f128a4732a00fc">
  <xsd:schema xmlns:xsd="http://www.w3.org/2001/XMLSchema" xmlns:p="http://schemas.microsoft.com/office/2006/metadata/properties" targetNamespace="http://schemas.microsoft.com/office/2006/metadata/properties" ma:root="true" ma:fieldsID="246f02dd96380beb4f7cdcce14d77fd6">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ma:readOnly="tru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95A7854-3C97-4055-8378-4577328CEA2C}">
  <ds:schemaRefs>
    <ds:schemaRef ds:uri="http://schemas.microsoft.com/sharepoint/v3/contenttype/forms"/>
  </ds:schemaRefs>
</ds:datastoreItem>
</file>

<file path=customXml/itemProps2.xml><?xml version="1.0" encoding="utf-8"?>
<ds:datastoreItem xmlns:ds="http://schemas.openxmlformats.org/officeDocument/2006/customXml" ds:itemID="{CB0B5A22-EDD1-422F-B278-346FE364BBD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3.xml><?xml version="1.0" encoding="utf-8"?>
<ds:datastoreItem xmlns:ds="http://schemas.openxmlformats.org/officeDocument/2006/customXml" ds:itemID="{4B5DC9CB-8477-4705-BDA7-DCDE189EBE28}">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PowerPoint Vorlage WPS 2017</Template>
  <TotalTime>0</TotalTime>
  <Words>444</Words>
  <Application>Microsoft Office PowerPoint</Application>
  <PresentationFormat>Bildschirmpräsentation (4:3)</PresentationFormat>
  <Paragraphs>155</Paragraphs>
  <Slides>15</Slides>
  <Notes>1</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15</vt:i4>
      </vt:variant>
    </vt:vector>
  </HeadingPairs>
  <TitlesOfParts>
    <vt:vector size="23" baseType="lpstr">
      <vt:lpstr>ＭＳ Ｐゴシック</vt:lpstr>
      <vt:lpstr>CachetBook</vt:lpstr>
      <vt:lpstr>Calibri</vt:lpstr>
      <vt:lpstr>Courier New</vt:lpstr>
      <vt:lpstr>Trebuchet MS</vt:lpstr>
      <vt:lpstr>Univers LT 45 Light</vt:lpstr>
      <vt:lpstr>Wingdings</vt:lpstr>
      <vt:lpstr>WPS 2015-11-23</vt:lpstr>
      <vt:lpstr>Angular @ BNetzA</vt:lpstr>
      <vt:lpstr>Das ist RUDI II</vt:lpstr>
      <vt:lpstr>Das sind RUDIs Angular-Components</vt:lpstr>
      <vt:lpstr>So sieht der Code aus</vt:lpstr>
      <vt:lpstr>Das ist für Maven, …</vt:lpstr>
      <vt:lpstr>das für Docker, …</vt:lpstr>
      <vt:lpstr>und das für Continuous Integration.</vt:lpstr>
      <vt:lpstr>Angular kann das System in fachliche Module aufteilen</vt:lpstr>
      <vt:lpstr>Module können Klassen exportieren und DI</vt:lpstr>
      <vt:lpstr>Fachliche Module sollten durchgängig sein</vt:lpstr>
      <vt:lpstr>Was können Module?</vt:lpstr>
      <vt:lpstr>Same-Origin Policy nervt aber ist sicherer</vt:lpstr>
      <vt:lpstr>So kommt man aus der Same-Origin Policy heraus…</vt:lpstr>
      <vt:lpstr>So kommt man aus der Same-Origin Policy heraus…</vt:lpstr>
      <vt:lpstr>Inkrementell ist schnell!</vt:lpstr>
    </vt:vector>
  </TitlesOfParts>
  <Manager/>
  <Company>Workplace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Angular @ BNetzA</dc:title>
  <dc:subject/>
  <dc:creator>Clemens Heppner</dc:creator>
  <cp:keywords/>
  <dc:description/>
  <cp:lastModifiedBy>Clemens Heppner</cp:lastModifiedBy>
  <cp:revision>47</cp:revision>
  <cp:lastPrinted>2014-02-20T07:50:02Z</cp:lastPrinted>
  <dcterms:created xsi:type="dcterms:W3CDTF">2017-11-26T19:22:14Z</dcterms:created>
  <dcterms:modified xsi:type="dcterms:W3CDTF">2017-11-26T21:14:28Z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Dokument</vt:lpwstr>
  </property>
</Properties>
</file>